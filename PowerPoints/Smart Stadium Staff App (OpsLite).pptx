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4" r:id="rId3"/>
    <p:sldId id="257" r:id="rId4"/>
    <p:sldId id="266" r:id="rId5"/>
    <p:sldId id="258" r:id="rId6"/>
    <p:sldId id="259" r:id="rId7"/>
    <p:sldId id="260" r:id="rId8"/>
    <p:sldId id="261" r:id="rId9"/>
    <p:sldId id="262" r:id="rId10"/>
    <p:sldId id="267" r:id="rId11"/>
    <p:sldId id="269" r:id="rId12"/>
    <p:sldId id="268" r:id="rId13"/>
    <p:sldId id="263" r:id="rId14"/>
    <p:sldId id="270" r:id="rId15"/>
    <p:sldId id="265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91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208C80-E342-45EF-BE7E-112F9184401F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92F836F-4DCA-410A-B731-25D7D1E9986E}">
      <dgm:prSet/>
      <dgm:spPr/>
      <dgm:t>
        <a:bodyPr/>
        <a:lstStyle/>
        <a:p>
          <a:r>
            <a:rPr lang="en-GB"/>
            <a:t>Recommended student roles:</a:t>
          </a:r>
          <a:endParaRPr lang="en-US"/>
        </a:p>
      </dgm:t>
    </dgm:pt>
    <dgm:pt modelId="{CA65F507-ABE9-4D92-897F-CA9C742033C5}" type="parTrans" cxnId="{8FA35E45-3782-40D8-90CA-D1D4AED119AC}">
      <dgm:prSet/>
      <dgm:spPr/>
      <dgm:t>
        <a:bodyPr/>
        <a:lstStyle/>
        <a:p>
          <a:endParaRPr lang="en-US"/>
        </a:p>
      </dgm:t>
    </dgm:pt>
    <dgm:pt modelId="{7C019E24-F379-4FB5-B3FD-93A62779BF4E}" type="sibTrans" cxnId="{8FA35E45-3782-40D8-90CA-D1D4AED119AC}">
      <dgm:prSet/>
      <dgm:spPr/>
      <dgm:t>
        <a:bodyPr/>
        <a:lstStyle/>
        <a:p>
          <a:endParaRPr lang="en-US"/>
        </a:p>
      </dgm:t>
    </dgm:pt>
    <dgm:pt modelId="{6078C8F5-2EFA-4BDC-912A-94C50FBD9057}">
      <dgm:prSet/>
      <dgm:spPr/>
      <dgm:t>
        <a:bodyPr/>
        <a:lstStyle/>
        <a:p>
          <a:r>
            <a:rPr lang="en-GB"/>
            <a:t>PM/Coordinator — planning, backlog, reporting</a:t>
          </a:r>
          <a:endParaRPr lang="en-US"/>
        </a:p>
      </dgm:t>
    </dgm:pt>
    <dgm:pt modelId="{B8861E3A-8757-4D90-B46F-4000A7A216FE}" type="parTrans" cxnId="{2970C561-B730-4B21-8C8B-E7D051CEFA01}">
      <dgm:prSet/>
      <dgm:spPr/>
      <dgm:t>
        <a:bodyPr/>
        <a:lstStyle/>
        <a:p>
          <a:endParaRPr lang="en-US"/>
        </a:p>
      </dgm:t>
    </dgm:pt>
    <dgm:pt modelId="{54550EE9-DB0A-4BDC-B32F-7073745E90DE}" type="sibTrans" cxnId="{2970C561-B730-4B21-8C8B-E7D051CEFA01}">
      <dgm:prSet/>
      <dgm:spPr/>
      <dgm:t>
        <a:bodyPr/>
        <a:lstStyle/>
        <a:p>
          <a:endParaRPr lang="en-US"/>
        </a:p>
      </dgm:t>
    </dgm:pt>
    <dgm:pt modelId="{7991DEAC-7507-4DE7-B508-50B00711822D}">
      <dgm:prSet/>
      <dgm:spPr/>
      <dgm:t>
        <a:bodyPr/>
        <a:lstStyle/>
        <a:p>
          <a:r>
            <a:rPr lang="en-GB"/>
            <a:t>Mobile/UI Lead — Flutter/React Native, UX, i18n (PT/EN)</a:t>
          </a:r>
          <a:endParaRPr lang="en-US"/>
        </a:p>
      </dgm:t>
    </dgm:pt>
    <dgm:pt modelId="{0A6EE352-2A98-4660-9891-93991BD05FBD}" type="parTrans" cxnId="{98FEC836-DB8A-4DEB-95B1-C2EDF507FED8}">
      <dgm:prSet/>
      <dgm:spPr/>
      <dgm:t>
        <a:bodyPr/>
        <a:lstStyle/>
        <a:p>
          <a:endParaRPr lang="en-US"/>
        </a:p>
      </dgm:t>
    </dgm:pt>
    <dgm:pt modelId="{BE97A07E-042B-44E9-83BA-B5BDCEEFEFFA}" type="sibTrans" cxnId="{98FEC836-DB8A-4DEB-95B1-C2EDF507FED8}">
      <dgm:prSet/>
      <dgm:spPr/>
      <dgm:t>
        <a:bodyPr/>
        <a:lstStyle/>
        <a:p>
          <a:endParaRPr lang="en-US"/>
        </a:p>
      </dgm:t>
    </dgm:pt>
    <dgm:pt modelId="{AC0388F9-A372-40B8-9A81-905184801455}">
      <dgm:prSet/>
      <dgm:spPr/>
      <dgm:t>
        <a:bodyPr/>
        <a:lstStyle/>
        <a:p>
          <a:r>
            <a:rPr lang="en-GB"/>
            <a:t>Backend/API Lead — microservices, WebSocket (WS), APIs</a:t>
          </a:r>
          <a:endParaRPr lang="en-US"/>
        </a:p>
      </dgm:t>
    </dgm:pt>
    <dgm:pt modelId="{FAFF2EEE-C0A3-4628-ADEC-BD2584903721}" type="parTrans" cxnId="{B2CD8208-02A3-4F5B-9C17-E75A8C3C1097}">
      <dgm:prSet/>
      <dgm:spPr/>
      <dgm:t>
        <a:bodyPr/>
        <a:lstStyle/>
        <a:p>
          <a:endParaRPr lang="en-US"/>
        </a:p>
      </dgm:t>
    </dgm:pt>
    <dgm:pt modelId="{014BC645-236A-4EE9-ADAD-DD06713C9044}" type="sibTrans" cxnId="{B2CD8208-02A3-4F5B-9C17-E75A8C3C1097}">
      <dgm:prSet/>
      <dgm:spPr/>
      <dgm:t>
        <a:bodyPr/>
        <a:lstStyle/>
        <a:p>
          <a:endParaRPr lang="en-US"/>
        </a:p>
      </dgm:t>
    </dgm:pt>
    <dgm:pt modelId="{0121ABE9-5D6F-4B8F-BEAE-1096910DD9B9}">
      <dgm:prSet/>
      <dgm:spPr/>
      <dgm:t>
        <a:bodyPr/>
        <a:lstStyle/>
        <a:p>
          <a:r>
            <a:rPr lang="en-GB"/>
            <a:t>Modeling/Analytics Lead — queueing, routing costs, evaluation</a:t>
          </a:r>
          <a:endParaRPr lang="en-US"/>
        </a:p>
      </dgm:t>
    </dgm:pt>
    <dgm:pt modelId="{1CD399B6-C769-416A-902F-1B7A5E6CA67E}" type="parTrans" cxnId="{78DF1C11-2780-4740-806E-C428D0C668BC}">
      <dgm:prSet/>
      <dgm:spPr/>
      <dgm:t>
        <a:bodyPr/>
        <a:lstStyle/>
        <a:p>
          <a:endParaRPr lang="en-US"/>
        </a:p>
      </dgm:t>
    </dgm:pt>
    <dgm:pt modelId="{8F77B87E-1576-4E17-B3CD-717700553CB5}" type="sibTrans" cxnId="{78DF1C11-2780-4740-806E-C428D0C668BC}">
      <dgm:prSet/>
      <dgm:spPr/>
      <dgm:t>
        <a:bodyPr/>
        <a:lstStyle/>
        <a:p>
          <a:endParaRPr lang="en-US"/>
        </a:p>
      </dgm:t>
    </dgm:pt>
    <dgm:pt modelId="{FDA293CD-4F09-4336-A95D-7B1FBB29F078}">
      <dgm:prSet/>
      <dgm:spPr/>
      <dgm:t>
        <a:bodyPr/>
        <a:lstStyle/>
        <a:p>
          <a:r>
            <a:rPr lang="en-GB"/>
            <a:t>QA/DevOps Lead — CI, tests, latency.</a:t>
          </a:r>
          <a:endParaRPr lang="en-US"/>
        </a:p>
      </dgm:t>
    </dgm:pt>
    <dgm:pt modelId="{7F0E07F7-52E0-4373-8344-48D40FA1BD22}" type="parTrans" cxnId="{71A4B1DA-BDB4-486C-A775-F1BD719135DC}">
      <dgm:prSet/>
      <dgm:spPr/>
      <dgm:t>
        <a:bodyPr/>
        <a:lstStyle/>
        <a:p>
          <a:endParaRPr lang="en-US"/>
        </a:p>
      </dgm:t>
    </dgm:pt>
    <dgm:pt modelId="{3561CBEC-1F0A-4379-B6B5-D4881374B75B}" type="sibTrans" cxnId="{71A4B1DA-BDB4-486C-A775-F1BD719135DC}">
      <dgm:prSet/>
      <dgm:spPr/>
      <dgm:t>
        <a:bodyPr/>
        <a:lstStyle/>
        <a:p>
          <a:endParaRPr lang="en-US"/>
        </a:p>
      </dgm:t>
    </dgm:pt>
    <dgm:pt modelId="{C61499DA-FFF9-47B6-8A4F-72E3F5E94344}">
      <dgm:prSet/>
      <dgm:spPr/>
      <dgm:t>
        <a:bodyPr/>
        <a:lstStyle/>
        <a:p>
          <a:r>
            <a:rPr lang="en-GB"/>
            <a:t>Cadence: weekly stand-up + biweekly demo/review.</a:t>
          </a:r>
          <a:endParaRPr lang="en-US"/>
        </a:p>
      </dgm:t>
    </dgm:pt>
    <dgm:pt modelId="{3948675D-9843-4062-8D87-166BE54B32A9}" type="parTrans" cxnId="{F1FBD0DF-562C-4E79-89B4-482060515749}">
      <dgm:prSet/>
      <dgm:spPr/>
      <dgm:t>
        <a:bodyPr/>
        <a:lstStyle/>
        <a:p>
          <a:endParaRPr lang="en-US"/>
        </a:p>
      </dgm:t>
    </dgm:pt>
    <dgm:pt modelId="{439B4F09-F923-4BBA-BC28-F4F6F68066FF}" type="sibTrans" cxnId="{F1FBD0DF-562C-4E79-89B4-482060515749}">
      <dgm:prSet/>
      <dgm:spPr/>
      <dgm:t>
        <a:bodyPr/>
        <a:lstStyle/>
        <a:p>
          <a:endParaRPr lang="en-US"/>
        </a:p>
      </dgm:t>
    </dgm:pt>
    <dgm:pt modelId="{2DC23432-0A25-43C8-A1D7-048913749078}" type="pres">
      <dgm:prSet presAssocID="{16208C80-E342-45EF-BE7E-112F9184401F}" presName="linear" presStyleCnt="0">
        <dgm:presLayoutVars>
          <dgm:dir/>
          <dgm:animLvl val="lvl"/>
          <dgm:resizeHandles val="exact"/>
        </dgm:presLayoutVars>
      </dgm:prSet>
      <dgm:spPr/>
    </dgm:pt>
    <dgm:pt modelId="{DD949563-EE06-49FF-8045-633768C22ABA}" type="pres">
      <dgm:prSet presAssocID="{592F836F-4DCA-410A-B731-25D7D1E9986E}" presName="parentLin" presStyleCnt="0"/>
      <dgm:spPr/>
    </dgm:pt>
    <dgm:pt modelId="{95BCEF3D-FF72-4585-ADB4-0C44D6CC9999}" type="pres">
      <dgm:prSet presAssocID="{592F836F-4DCA-410A-B731-25D7D1E9986E}" presName="parentLeftMargin" presStyleLbl="node1" presStyleIdx="0" presStyleCnt="2"/>
      <dgm:spPr/>
    </dgm:pt>
    <dgm:pt modelId="{715ACBC0-8596-4982-8733-7AD2544D0C41}" type="pres">
      <dgm:prSet presAssocID="{592F836F-4DCA-410A-B731-25D7D1E9986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95BC92B-1832-4066-A06D-85713D7DCF3F}" type="pres">
      <dgm:prSet presAssocID="{592F836F-4DCA-410A-B731-25D7D1E9986E}" presName="negativeSpace" presStyleCnt="0"/>
      <dgm:spPr/>
    </dgm:pt>
    <dgm:pt modelId="{8AC6ECA1-6C61-4C73-B742-2BEB10D6FEE8}" type="pres">
      <dgm:prSet presAssocID="{592F836F-4DCA-410A-B731-25D7D1E9986E}" presName="childText" presStyleLbl="conFgAcc1" presStyleIdx="0" presStyleCnt="2">
        <dgm:presLayoutVars>
          <dgm:bulletEnabled val="1"/>
        </dgm:presLayoutVars>
      </dgm:prSet>
      <dgm:spPr/>
    </dgm:pt>
    <dgm:pt modelId="{E1D0818A-D4A0-4A47-9FBF-580033D99470}" type="pres">
      <dgm:prSet presAssocID="{7C019E24-F379-4FB5-B3FD-93A62779BF4E}" presName="spaceBetweenRectangles" presStyleCnt="0"/>
      <dgm:spPr/>
    </dgm:pt>
    <dgm:pt modelId="{7DFF4594-AEB4-4C00-9718-20D52D995F62}" type="pres">
      <dgm:prSet presAssocID="{C61499DA-FFF9-47B6-8A4F-72E3F5E94344}" presName="parentLin" presStyleCnt="0"/>
      <dgm:spPr/>
    </dgm:pt>
    <dgm:pt modelId="{7C84A2D7-1C21-4DD6-ABC9-0701588D805B}" type="pres">
      <dgm:prSet presAssocID="{C61499DA-FFF9-47B6-8A4F-72E3F5E94344}" presName="parentLeftMargin" presStyleLbl="node1" presStyleIdx="0" presStyleCnt="2"/>
      <dgm:spPr/>
    </dgm:pt>
    <dgm:pt modelId="{3B77AE8B-6EB2-44CA-B983-5B7026729501}" type="pres">
      <dgm:prSet presAssocID="{C61499DA-FFF9-47B6-8A4F-72E3F5E9434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BF8EB43-9101-42FB-BB08-6B28798A1121}" type="pres">
      <dgm:prSet presAssocID="{C61499DA-FFF9-47B6-8A4F-72E3F5E94344}" presName="negativeSpace" presStyleCnt="0"/>
      <dgm:spPr/>
    </dgm:pt>
    <dgm:pt modelId="{E258AD2A-C84B-41C1-83F6-BE90CF12E865}" type="pres">
      <dgm:prSet presAssocID="{C61499DA-FFF9-47B6-8A4F-72E3F5E9434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50C0807-D190-45C1-9BC0-6D8CFA977893}" type="presOf" srcId="{592F836F-4DCA-410A-B731-25D7D1E9986E}" destId="{95BCEF3D-FF72-4585-ADB4-0C44D6CC9999}" srcOrd="0" destOrd="0" presId="urn:microsoft.com/office/officeart/2005/8/layout/list1"/>
    <dgm:cxn modelId="{B2CD8208-02A3-4F5B-9C17-E75A8C3C1097}" srcId="{592F836F-4DCA-410A-B731-25D7D1E9986E}" destId="{AC0388F9-A372-40B8-9A81-905184801455}" srcOrd="2" destOrd="0" parTransId="{FAFF2EEE-C0A3-4628-ADEC-BD2584903721}" sibTransId="{014BC645-236A-4EE9-ADAD-DD06713C9044}"/>
    <dgm:cxn modelId="{1D70AB0C-69A6-430B-98B4-C925FECA91E8}" type="presOf" srcId="{6078C8F5-2EFA-4BDC-912A-94C50FBD9057}" destId="{8AC6ECA1-6C61-4C73-B742-2BEB10D6FEE8}" srcOrd="0" destOrd="0" presId="urn:microsoft.com/office/officeart/2005/8/layout/list1"/>
    <dgm:cxn modelId="{78DF1C11-2780-4740-806E-C428D0C668BC}" srcId="{592F836F-4DCA-410A-B731-25D7D1E9986E}" destId="{0121ABE9-5D6F-4B8F-BEAE-1096910DD9B9}" srcOrd="3" destOrd="0" parTransId="{1CD399B6-C769-416A-902F-1B7A5E6CA67E}" sibTransId="{8F77B87E-1576-4E17-B3CD-717700553CB5}"/>
    <dgm:cxn modelId="{98FEC836-DB8A-4DEB-95B1-C2EDF507FED8}" srcId="{592F836F-4DCA-410A-B731-25D7D1E9986E}" destId="{7991DEAC-7507-4DE7-B508-50B00711822D}" srcOrd="1" destOrd="0" parTransId="{0A6EE352-2A98-4660-9891-93991BD05FBD}" sibTransId="{BE97A07E-042B-44E9-83BA-B5BDCEEFEFFA}"/>
    <dgm:cxn modelId="{2970C561-B730-4B21-8C8B-E7D051CEFA01}" srcId="{592F836F-4DCA-410A-B731-25D7D1E9986E}" destId="{6078C8F5-2EFA-4BDC-912A-94C50FBD9057}" srcOrd="0" destOrd="0" parTransId="{B8861E3A-8757-4D90-B46F-4000A7A216FE}" sibTransId="{54550EE9-DB0A-4BDC-B32F-7073745E90DE}"/>
    <dgm:cxn modelId="{8FA35E45-3782-40D8-90CA-D1D4AED119AC}" srcId="{16208C80-E342-45EF-BE7E-112F9184401F}" destId="{592F836F-4DCA-410A-B731-25D7D1E9986E}" srcOrd="0" destOrd="0" parTransId="{CA65F507-ABE9-4D92-897F-CA9C742033C5}" sibTransId="{7C019E24-F379-4FB5-B3FD-93A62779BF4E}"/>
    <dgm:cxn modelId="{7DE0A866-C19B-4A41-8DE9-EE3A55BDBE1D}" type="presOf" srcId="{0121ABE9-5D6F-4B8F-BEAE-1096910DD9B9}" destId="{8AC6ECA1-6C61-4C73-B742-2BEB10D6FEE8}" srcOrd="0" destOrd="3" presId="urn:microsoft.com/office/officeart/2005/8/layout/list1"/>
    <dgm:cxn modelId="{E3DA7447-905F-4FB1-B6E8-C6812356897B}" type="presOf" srcId="{C61499DA-FFF9-47B6-8A4F-72E3F5E94344}" destId="{3B77AE8B-6EB2-44CA-B983-5B7026729501}" srcOrd="1" destOrd="0" presId="urn:microsoft.com/office/officeart/2005/8/layout/list1"/>
    <dgm:cxn modelId="{E6B46C49-CBD2-494C-BFFD-B2393B1CA2DC}" type="presOf" srcId="{592F836F-4DCA-410A-B731-25D7D1E9986E}" destId="{715ACBC0-8596-4982-8733-7AD2544D0C41}" srcOrd="1" destOrd="0" presId="urn:microsoft.com/office/officeart/2005/8/layout/list1"/>
    <dgm:cxn modelId="{C292E452-1C1C-492E-B642-914F2D4B198B}" type="presOf" srcId="{7991DEAC-7507-4DE7-B508-50B00711822D}" destId="{8AC6ECA1-6C61-4C73-B742-2BEB10D6FEE8}" srcOrd="0" destOrd="1" presId="urn:microsoft.com/office/officeart/2005/8/layout/list1"/>
    <dgm:cxn modelId="{C29E7C8C-62DC-488C-8244-A0FA92F27263}" type="presOf" srcId="{16208C80-E342-45EF-BE7E-112F9184401F}" destId="{2DC23432-0A25-43C8-A1D7-048913749078}" srcOrd="0" destOrd="0" presId="urn:microsoft.com/office/officeart/2005/8/layout/list1"/>
    <dgm:cxn modelId="{BA63889F-2193-4548-B09E-D3CE3301E2A5}" type="presOf" srcId="{AC0388F9-A372-40B8-9A81-905184801455}" destId="{8AC6ECA1-6C61-4C73-B742-2BEB10D6FEE8}" srcOrd="0" destOrd="2" presId="urn:microsoft.com/office/officeart/2005/8/layout/list1"/>
    <dgm:cxn modelId="{0F88999F-8FB6-405F-A326-842C210F0209}" type="presOf" srcId="{FDA293CD-4F09-4336-A95D-7B1FBB29F078}" destId="{8AC6ECA1-6C61-4C73-B742-2BEB10D6FEE8}" srcOrd="0" destOrd="4" presId="urn:microsoft.com/office/officeart/2005/8/layout/list1"/>
    <dgm:cxn modelId="{B3698CBC-678A-4F2B-A4BC-993BA241256D}" type="presOf" srcId="{C61499DA-FFF9-47B6-8A4F-72E3F5E94344}" destId="{7C84A2D7-1C21-4DD6-ABC9-0701588D805B}" srcOrd="0" destOrd="0" presId="urn:microsoft.com/office/officeart/2005/8/layout/list1"/>
    <dgm:cxn modelId="{71A4B1DA-BDB4-486C-A775-F1BD719135DC}" srcId="{592F836F-4DCA-410A-B731-25D7D1E9986E}" destId="{FDA293CD-4F09-4336-A95D-7B1FBB29F078}" srcOrd="4" destOrd="0" parTransId="{7F0E07F7-52E0-4373-8344-48D40FA1BD22}" sibTransId="{3561CBEC-1F0A-4379-B6B5-D4881374B75B}"/>
    <dgm:cxn modelId="{F1FBD0DF-562C-4E79-89B4-482060515749}" srcId="{16208C80-E342-45EF-BE7E-112F9184401F}" destId="{C61499DA-FFF9-47B6-8A4F-72E3F5E94344}" srcOrd="1" destOrd="0" parTransId="{3948675D-9843-4062-8D87-166BE54B32A9}" sibTransId="{439B4F09-F923-4BBA-BC28-F4F6F68066FF}"/>
    <dgm:cxn modelId="{7C4D9319-80F6-47A5-8858-29EBE122994F}" type="presParOf" srcId="{2DC23432-0A25-43C8-A1D7-048913749078}" destId="{DD949563-EE06-49FF-8045-633768C22ABA}" srcOrd="0" destOrd="0" presId="urn:microsoft.com/office/officeart/2005/8/layout/list1"/>
    <dgm:cxn modelId="{B94B45C1-80BA-48E5-9CCB-F479D469F013}" type="presParOf" srcId="{DD949563-EE06-49FF-8045-633768C22ABA}" destId="{95BCEF3D-FF72-4585-ADB4-0C44D6CC9999}" srcOrd="0" destOrd="0" presId="urn:microsoft.com/office/officeart/2005/8/layout/list1"/>
    <dgm:cxn modelId="{6DADEF60-BD7F-4090-AB0E-F35EA85DB554}" type="presParOf" srcId="{DD949563-EE06-49FF-8045-633768C22ABA}" destId="{715ACBC0-8596-4982-8733-7AD2544D0C41}" srcOrd="1" destOrd="0" presId="urn:microsoft.com/office/officeart/2005/8/layout/list1"/>
    <dgm:cxn modelId="{C7A238D5-B0CF-4BEB-AC31-F1EDE6149CDA}" type="presParOf" srcId="{2DC23432-0A25-43C8-A1D7-048913749078}" destId="{395BC92B-1832-4066-A06D-85713D7DCF3F}" srcOrd="1" destOrd="0" presId="urn:microsoft.com/office/officeart/2005/8/layout/list1"/>
    <dgm:cxn modelId="{1CFD1270-B52D-479A-BD22-4CFA601A5B0B}" type="presParOf" srcId="{2DC23432-0A25-43C8-A1D7-048913749078}" destId="{8AC6ECA1-6C61-4C73-B742-2BEB10D6FEE8}" srcOrd="2" destOrd="0" presId="urn:microsoft.com/office/officeart/2005/8/layout/list1"/>
    <dgm:cxn modelId="{026E0A3D-6340-4EBF-92A6-8F3F084EC93F}" type="presParOf" srcId="{2DC23432-0A25-43C8-A1D7-048913749078}" destId="{E1D0818A-D4A0-4A47-9FBF-580033D99470}" srcOrd="3" destOrd="0" presId="urn:microsoft.com/office/officeart/2005/8/layout/list1"/>
    <dgm:cxn modelId="{06AF82D3-ADCE-4E0E-9026-E12C29000990}" type="presParOf" srcId="{2DC23432-0A25-43C8-A1D7-048913749078}" destId="{7DFF4594-AEB4-4C00-9718-20D52D995F62}" srcOrd="4" destOrd="0" presId="urn:microsoft.com/office/officeart/2005/8/layout/list1"/>
    <dgm:cxn modelId="{1F67E37F-7A00-495D-9230-888F9163567B}" type="presParOf" srcId="{7DFF4594-AEB4-4C00-9718-20D52D995F62}" destId="{7C84A2D7-1C21-4DD6-ABC9-0701588D805B}" srcOrd="0" destOrd="0" presId="urn:microsoft.com/office/officeart/2005/8/layout/list1"/>
    <dgm:cxn modelId="{FF4E6A9D-3C0E-4F8A-920D-1CDDEA59BDDB}" type="presParOf" srcId="{7DFF4594-AEB4-4C00-9718-20D52D995F62}" destId="{3B77AE8B-6EB2-44CA-B983-5B7026729501}" srcOrd="1" destOrd="0" presId="urn:microsoft.com/office/officeart/2005/8/layout/list1"/>
    <dgm:cxn modelId="{EC997434-A16F-4C83-8030-D1E0C56C6E54}" type="presParOf" srcId="{2DC23432-0A25-43C8-A1D7-048913749078}" destId="{7BF8EB43-9101-42FB-BB08-6B28798A1121}" srcOrd="5" destOrd="0" presId="urn:microsoft.com/office/officeart/2005/8/layout/list1"/>
    <dgm:cxn modelId="{49D6E07C-15FB-47F9-925E-48C315177F71}" type="presParOf" srcId="{2DC23432-0A25-43C8-A1D7-048913749078}" destId="{E258AD2A-C84B-41C1-83F6-BE90CF12E86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F096CA-5658-41B9-81BF-05B3DC1524EC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70E2A32-7460-4926-97E3-D237FBF39B6D}">
      <dgm:prSet/>
      <dgm:spPr/>
      <dgm:t>
        <a:bodyPr/>
        <a:lstStyle/>
        <a:p>
          <a:r>
            <a:rPr lang="en-GB"/>
            <a:t>MVP features:</a:t>
          </a:r>
          <a:endParaRPr lang="en-US"/>
        </a:p>
      </dgm:t>
    </dgm:pt>
    <dgm:pt modelId="{834D5BA0-294F-46FE-B266-E71C29AEC062}" type="parTrans" cxnId="{B469CBC1-EC34-4C1B-85D1-815EBFAD984A}">
      <dgm:prSet/>
      <dgm:spPr/>
      <dgm:t>
        <a:bodyPr/>
        <a:lstStyle/>
        <a:p>
          <a:endParaRPr lang="en-US"/>
        </a:p>
      </dgm:t>
    </dgm:pt>
    <dgm:pt modelId="{FEDCFE01-23E4-43D0-BD38-B0A953D1FD51}" type="sibTrans" cxnId="{B469CBC1-EC34-4C1B-85D1-815EBFAD984A}">
      <dgm:prSet/>
      <dgm:spPr/>
      <dgm:t>
        <a:bodyPr/>
        <a:lstStyle/>
        <a:p>
          <a:endParaRPr lang="en-US"/>
        </a:p>
      </dgm:t>
    </dgm:pt>
    <dgm:pt modelId="{15B68608-17D2-424E-9C9F-96F286C48E9C}">
      <dgm:prSet/>
      <dgm:spPr/>
      <dgm:t>
        <a:bodyPr/>
        <a:lstStyle/>
        <a:p>
          <a:r>
            <a:rPr lang="en-GB"/>
            <a:t>Crowd heatmap per gate/section (G/Y/R) with threshold alerts</a:t>
          </a:r>
          <a:endParaRPr lang="en-US"/>
        </a:p>
      </dgm:t>
    </dgm:pt>
    <dgm:pt modelId="{F3984678-399B-491A-B2F2-B6C59C80FB63}" type="parTrans" cxnId="{5DF907B4-372C-4A12-BB28-5192E2C324FB}">
      <dgm:prSet/>
      <dgm:spPr/>
      <dgm:t>
        <a:bodyPr/>
        <a:lstStyle/>
        <a:p>
          <a:endParaRPr lang="en-US"/>
        </a:p>
      </dgm:t>
    </dgm:pt>
    <dgm:pt modelId="{F5A752AC-9E7C-49B8-8217-3B09C0CF7325}" type="sibTrans" cxnId="{5DF907B4-372C-4A12-BB28-5192E2C324FB}">
      <dgm:prSet/>
      <dgm:spPr/>
      <dgm:t>
        <a:bodyPr/>
        <a:lstStyle/>
        <a:p>
          <a:endParaRPr lang="en-US"/>
        </a:p>
      </dgm:t>
    </dgm:pt>
    <dgm:pt modelId="{F8234BC5-1846-44B9-859F-4A46DB33DBB5}">
      <dgm:prSet/>
      <dgm:spPr/>
      <dgm:t>
        <a:bodyPr/>
        <a:lstStyle/>
        <a:p>
          <a:r>
            <a:rPr lang="en-GB"/>
            <a:t>Gate wait-time estimation (M/M/1 or M/M/k), uncertainty bands</a:t>
          </a:r>
          <a:endParaRPr lang="en-US"/>
        </a:p>
      </dgm:t>
    </dgm:pt>
    <dgm:pt modelId="{F2F460A4-3A08-4DB8-88CC-0718374F835C}" type="parTrans" cxnId="{1C010090-0CE9-4C25-8317-188B9D7CE7BE}">
      <dgm:prSet/>
      <dgm:spPr/>
      <dgm:t>
        <a:bodyPr/>
        <a:lstStyle/>
        <a:p>
          <a:endParaRPr lang="en-US"/>
        </a:p>
      </dgm:t>
    </dgm:pt>
    <dgm:pt modelId="{CE788765-89AE-4B67-B19A-99298C600961}" type="sibTrans" cxnId="{1C010090-0CE9-4C25-8317-188B9D7CE7BE}">
      <dgm:prSet/>
      <dgm:spPr/>
      <dgm:t>
        <a:bodyPr/>
        <a:lstStyle/>
        <a:p>
          <a:endParaRPr lang="en-US"/>
        </a:p>
      </dgm:t>
    </dgm:pt>
    <dgm:pt modelId="{58A9720B-78F4-4803-B280-51FCE6EDA6C6}">
      <dgm:prSet/>
      <dgm:spPr/>
      <dgm:t>
        <a:bodyPr/>
        <a:lstStyle/>
        <a:p>
          <a:r>
            <a:rPr lang="en-GB"/>
            <a:t>Maintenance: bin-full alerts + shortest-path routing</a:t>
          </a:r>
          <a:endParaRPr lang="en-US"/>
        </a:p>
      </dgm:t>
    </dgm:pt>
    <dgm:pt modelId="{210FBA7A-69CF-49B3-8562-6B58ECB29BB0}" type="parTrans" cxnId="{EA480503-BE50-43DE-9D2D-8336280902EB}">
      <dgm:prSet/>
      <dgm:spPr/>
      <dgm:t>
        <a:bodyPr/>
        <a:lstStyle/>
        <a:p>
          <a:endParaRPr lang="en-US"/>
        </a:p>
      </dgm:t>
    </dgm:pt>
    <dgm:pt modelId="{31F457BE-E707-4655-A7D8-C22FDE205488}" type="sibTrans" cxnId="{EA480503-BE50-43DE-9D2D-8336280902EB}">
      <dgm:prSet/>
      <dgm:spPr/>
      <dgm:t>
        <a:bodyPr/>
        <a:lstStyle/>
        <a:p>
          <a:endParaRPr lang="en-US"/>
        </a:p>
      </dgm:t>
    </dgm:pt>
    <dgm:pt modelId="{37F21A5B-DF62-409B-A1FA-26FC31EB5239}">
      <dgm:prSet/>
      <dgm:spPr/>
      <dgm:t>
        <a:bodyPr/>
        <a:lstStyle/>
        <a:p>
          <a:r>
            <a:rPr lang="en-GB"/>
            <a:t>Health emergencies: SOS intake, nearest-responder assignment, hazard-aware shortest path, rerouting</a:t>
          </a:r>
          <a:endParaRPr lang="en-US"/>
        </a:p>
      </dgm:t>
    </dgm:pt>
    <dgm:pt modelId="{1C28A261-F7F1-4782-A8DE-E783562D748B}" type="parTrans" cxnId="{CCAA2318-C88E-49CE-A8F4-CBEE4D9635BE}">
      <dgm:prSet/>
      <dgm:spPr/>
      <dgm:t>
        <a:bodyPr/>
        <a:lstStyle/>
        <a:p>
          <a:endParaRPr lang="en-US"/>
        </a:p>
      </dgm:t>
    </dgm:pt>
    <dgm:pt modelId="{4D505562-8165-4465-818D-98CA0E1CA84E}" type="sibTrans" cxnId="{CCAA2318-C88E-49CE-A8F4-CBEE4D9635BE}">
      <dgm:prSet/>
      <dgm:spPr/>
      <dgm:t>
        <a:bodyPr/>
        <a:lstStyle/>
        <a:p>
          <a:endParaRPr lang="en-US"/>
        </a:p>
      </dgm:t>
    </dgm:pt>
    <dgm:pt modelId="{4D126ABF-767A-4391-8E67-98F067B89565}">
      <dgm:prSet/>
      <dgm:spPr/>
      <dgm:t>
        <a:bodyPr/>
        <a:lstStyle/>
        <a:p>
          <a:r>
            <a:rPr lang="en-GB"/>
            <a:t>Evacuation: corridor closures &amp; penalties; staff guidance routes</a:t>
          </a:r>
          <a:endParaRPr lang="en-US"/>
        </a:p>
      </dgm:t>
    </dgm:pt>
    <dgm:pt modelId="{88523ADC-73DE-4C28-B56F-BA9FAD817C5C}" type="parTrans" cxnId="{CB89A357-F394-4660-A360-E1DD7CED759F}">
      <dgm:prSet/>
      <dgm:spPr/>
      <dgm:t>
        <a:bodyPr/>
        <a:lstStyle/>
        <a:p>
          <a:endParaRPr lang="en-US"/>
        </a:p>
      </dgm:t>
    </dgm:pt>
    <dgm:pt modelId="{5E06E816-A78F-4016-8F06-D92AAA9B4AA3}" type="sibTrans" cxnId="{CB89A357-F394-4660-A360-E1DD7CED759F}">
      <dgm:prSet/>
      <dgm:spPr/>
      <dgm:t>
        <a:bodyPr/>
        <a:lstStyle/>
        <a:p>
          <a:endParaRPr lang="en-US"/>
        </a:p>
      </dgm:t>
    </dgm:pt>
    <dgm:pt modelId="{628638C1-ABB5-4076-A954-272368CB11A0}">
      <dgm:prSet/>
      <dgm:spPr/>
      <dgm:t>
        <a:bodyPr/>
        <a:lstStyle/>
        <a:p>
          <a:r>
            <a:rPr lang="en-GB"/>
            <a:t>Role-based views (Security, Cleaning, Emergency), PT/EN UI</a:t>
          </a:r>
          <a:endParaRPr lang="en-US"/>
        </a:p>
      </dgm:t>
    </dgm:pt>
    <dgm:pt modelId="{E816C8B0-1D8D-445E-AE95-C9702B5BCAFB}" type="parTrans" cxnId="{BC34DCD6-5AA9-4FAE-9815-2E5A3E5F3A4D}">
      <dgm:prSet/>
      <dgm:spPr/>
      <dgm:t>
        <a:bodyPr/>
        <a:lstStyle/>
        <a:p>
          <a:endParaRPr lang="en-US"/>
        </a:p>
      </dgm:t>
    </dgm:pt>
    <dgm:pt modelId="{D9A760A9-7071-44F7-AC19-9433461AC0B0}" type="sibTrans" cxnId="{BC34DCD6-5AA9-4FAE-9815-2E5A3E5F3A4D}">
      <dgm:prSet/>
      <dgm:spPr/>
      <dgm:t>
        <a:bodyPr/>
        <a:lstStyle/>
        <a:p>
          <a:endParaRPr lang="en-US"/>
        </a:p>
      </dgm:t>
    </dgm:pt>
    <dgm:pt modelId="{F1C57F01-D63E-4BF2-B520-D4449D5DC5D5}">
      <dgm:prSet/>
      <dgm:spPr/>
      <dgm:t>
        <a:bodyPr/>
        <a:lstStyle/>
        <a:p>
          <a:r>
            <a:rPr lang="en-GB"/>
            <a:t>Definition of Done: Real-time updates, resilient networking, offline cache, reproducible demos.</a:t>
          </a:r>
          <a:endParaRPr lang="en-US"/>
        </a:p>
      </dgm:t>
    </dgm:pt>
    <dgm:pt modelId="{0692C43E-E81D-458B-865A-4C0E0BD16DBC}" type="parTrans" cxnId="{BD7B55F0-AF68-4048-84DB-82F352677C0A}">
      <dgm:prSet/>
      <dgm:spPr/>
      <dgm:t>
        <a:bodyPr/>
        <a:lstStyle/>
        <a:p>
          <a:endParaRPr lang="en-US"/>
        </a:p>
      </dgm:t>
    </dgm:pt>
    <dgm:pt modelId="{A91017A1-AD10-48B4-8610-4618C6C79CD9}" type="sibTrans" cxnId="{BD7B55F0-AF68-4048-84DB-82F352677C0A}">
      <dgm:prSet/>
      <dgm:spPr/>
      <dgm:t>
        <a:bodyPr/>
        <a:lstStyle/>
        <a:p>
          <a:endParaRPr lang="en-US"/>
        </a:p>
      </dgm:t>
    </dgm:pt>
    <dgm:pt modelId="{D7CBFA73-932F-40A9-A9E5-9F4D1630D098}" type="pres">
      <dgm:prSet presAssocID="{BEF096CA-5658-41B9-81BF-05B3DC1524EC}" presName="Name0" presStyleCnt="0">
        <dgm:presLayoutVars>
          <dgm:dir/>
          <dgm:animLvl val="lvl"/>
          <dgm:resizeHandles val="exact"/>
        </dgm:presLayoutVars>
      </dgm:prSet>
      <dgm:spPr/>
    </dgm:pt>
    <dgm:pt modelId="{0B1CD4CC-4D7B-4290-A05B-F888B8767896}" type="pres">
      <dgm:prSet presAssocID="{F1C57F01-D63E-4BF2-B520-D4449D5DC5D5}" presName="boxAndChildren" presStyleCnt="0"/>
      <dgm:spPr/>
    </dgm:pt>
    <dgm:pt modelId="{4727A3EE-598E-41C9-94CB-DC0BAB54B317}" type="pres">
      <dgm:prSet presAssocID="{F1C57F01-D63E-4BF2-B520-D4449D5DC5D5}" presName="parentTextBox" presStyleLbl="node1" presStyleIdx="0" presStyleCnt="2"/>
      <dgm:spPr/>
    </dgm:pt>
    <dgm:pt modelId="{4B01A217-2A40-43DD-9AD0-FD9FF17AB3F9}" type="pres">
      <dgm:prSet presAssocID="{FEDCFE01-23E4-43D0-BD38-B0A953D1FD51}" presName="sp" presStyleCnt="0"/>
      <dgm:spPr/>
    </dgm:pt>
    <dgm:pt modelId="{2B8E667A-AFB8-4F7D-B618-6CE2FF06D6C7}" type="pres">
      <dgm:prSet presAssocID="{170E2A32-7460-4926-97E3-D237FBF39B6D}" presName="arrowAndChildren" presStyleCnt="0"/>
      <dgm:spPr/>
    </dgm:pt>
    <dgm:pt modelId="{A6C21EA9-E359-4982-BEF4-DB09BFEEEC79}" type="pres">
      <dgm:prSet presAssocID="{170E2A32-7460-4926-97E3-D237FBF39B6D}" presName="parentTextArrow" presStyleLbl="node1" presStyleIdx="0" presStyleCnt="2"/>
      <dgm:spPr/>
    </dgm:pt>
    <dgm:pt modelId="{4FDB0488-3783-4738-B53F-48FA32728137}" type="pres">
      <dgm:prSet presAssocID="{170E2A32-7460-4926-97E3-D237FBF39B6D}" presName="arrow" presStyleLbl="node1" presStyleIdx="1" presStyleCnt="2"/>
      <dgm:spPr/>
    </dgm:pt>
    <dgm:pt modelId="{B8F38709-F094-433B-A47A-4970273B2BFD}" type="pres">
      <dgm:prSet presAssocID="{170E2A32-7460-4926-97E3-D237FBF39B6D}" presName="descendantArrow" presStyleCnt="0"/>
      <dgm:spPr/>
    </dgm:pt>
    <dgm:pt modelId="{F822275D-D67B-473C-BD54-C834B1FEA9F5}" type="pres">
      <dgm:prSet presAssocID="{15B68608-17D2-424E-9C9F-96F286C48E9C}" presName="childTextArrow" presStyleLbl="fgAccFollowNode1" presStyleIdx="0" presStyleCnt="6">
        <dgm:presLayoutVars>
          <dgm:bulletEnabled val="1"/>
        </dgm:presLayoutVars>
      </dgm:prSet>
      <dgm:spPr/>
    </dgm:pt>
    <dgm:pt modelId="{E890E7A5-5A88-4E0D-82C8-9D8AD0225C9A}" type="pres">
      <dgm:prSet presAssocID="{F8234BC5-1846-44B9-859F-4A46DB33DBB5}" presName="childTextArrow" presStyleLbl="fgAccFollowNode1" presStyleIdx="1" presStyleCnt="6">
        <dgm:presLayoutVars>
          <dgm:bulletEnabled val="1"/>
        </dgm:presLayoutVars>
      </dgm:prSet>
      <dgm:spPr/>
    </dgm:pt>
    <dgm:pt modelId="{29E81982-A5E2-427B-A270-6AC2B0CFEB87}" type="pres">
      <dgm:prSet presAssocID="{58A9720B-78F4-4803-B280-51FCE6EDA6C6}" presName="childTextArrow" presStyleLbl="fgAccFollowNode1" presStyleIdx="2" presStyleCnt="6">
        <dgm:presLayoutVars>
          <dgm:bulletEnabled val="1"/>
        </dgm:presLayoutVars>
      </dgm:prSet>
      <dgm:spPr/>
    </dgm:pt>
    <dgm:pt modelId="{55AC0BA3-D007-4C54-AC71-11CE7D6F72D9}" type="pres">
      <dgm:prSet presAssocID="{37F21A5B-DF62-409B-A1FA-26FC31EB5239}" presName="childTextArrow" presStyleLbl="fgAccFollowNode1" presStyleIdx="3" presStyleCnt="6">
        <dgm:presLayoutVars>
          <dgm:bulletEnabled val="1"/>
        </dgm:presLayoutVars>
      </dgm:prSet>
      <dgm:spPr/>
    </dgm:pt>
    <dgm:pt modelId="{6C685FE4-3B1D-44B4-B508-39F54D14917C}" type="pres">
      <dgm:prSet presAssocID="{4D126ABF-767A-4391-8E67-98F067B89565}" presName="childTextArrow" presStyleLbl="fgAccFollowNode1" presStyleIdx="4" presStyleCnt="6">
        <dgm:presLayoutVars>
          <dgm:bulletEnabled val="1"/>
        </dgm:presLayoutVars>
      </dgm:prSet>
      <dgm:spPr/>
    </dgm:pt>
    <dgm:pt modelId="{60F95E92-55D6-487E-86BB-454E8FC92933}" type="pres">
      <dgm:prSet presAssocID="{628638C1-ABB5-4076-A954-272368CB11A0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EA480503-BE50-43DE-9D2D-8336280902EB}" srcId="{170E2A32-7460-4926-97E3-D237FBF39B6D}" destId="{58A9720B-78F4-4803-B280-51FCE6EDA6C6}" srcOrd="2" destOrd="0" parTransId="{210FBA7A-69CF-49B3-8562-6B58ECB29BB0}" sibTransId="{31F457BE-E707-4655-A7D8-C22FDE205488}"/>
    <dgm:cxn modelId="{CCAA2318-C88E-49CE-A8F4-CBEE4D9635BE}" srcId="{170E2A32-7460-4926-97E3-D237FBF39B6D}" destId="{37F21A5B-DF62-409B-A1FA-26FC31EB5239}" srcOrd="3" destOrd="0" parTransId="{1C28A261-F7F1-4782-A8DE-E783562D748B}" sibTransId="{4D505562-8165-4465-818D-98CA0E1CA84E}"/>
    <dgm:cxn modelId="{8961C732-CFD6-4D91-A607-403872EC4FC0}" type="presOf" srcId="{F1C57F01-D63E-4BF2-B520-D4449D5DC5D5}" destId="{4727A3EE-598E-41C9-94CB-DC0BAB54B317}" srcOrd="0" destOrd="0" presId="urn:microsoft.com/office/officeart/2005/8/layout/process4"/>
    <dgm:cxn modelId="{EF1B7F3A-5157-4CCC-B84F-D0E0035A73DA}" type="presOf" srcId="{BEF096CA-5658-41B9-81BF-05B3DC1524EC}" destId="{D7CBFA73-932F-40A9-A9E5-9F4D1630D098}" srcOrd="0" destOrd="0" presId="urn:microsoft.com/office/officeart/2005/8/layout/process4"/>
    <dgm:cxn modelId="{D56D6F41-C1EA-4870-BC89-D71F4D5EDFB1}" type="presOf" srcId="{170E2A32-7460-4926-97E3-D237FBF39B6D}" destId="{A6C21EA9-E359-4982-BEF4-DB09BFEEEC79}" srcOrd="0" destOrd="0" presId="urn:microsoft.com/office/officeart/2005/8/layout/process4"/>
    <dgm:cxn modelId="{39C51F4A-C5C6-42C6-8A9A-93CB5583ECFD}" type="presOf" srcId="{F8234BC5-1846-44B9-859F-4A46DB33DBB5}" destId="{E890E7A5-5A88-4E0D-82C8-9D8AD0225C9A}" srcOrd="0" destOrd="0" presId="urn:microsoft.com/office/officeart/2005/8/layout/process4"/>
    <dgm:cxn modelId="{E472C255-AE24-499F-B66E-BCAE45D5CD14}" type="presOf" srcId="{628638C1-ABB5-4076-A954-272368CB11A0}" destId="{60F95E92-55D6-487E-86BB-454E8FC92933}" srcOrd="0" destOrd="0" presId="urn:microsoft.com/office/officeart/2005/8/layout/process4"/>
    <dgm:cxn modelId="{CB89A357-F394-4660-A360-E1DD7CED759F}" srcId="{170E2A32-7460-4926-97E3-D237FBF39B6D}" destId="{4D126ABF-767A-4391-8E67-98F067B89565}" srcOrd="4" destOrd="0" parTransId="{88523ADC-73DE-4C28-B56F-BA9FAD817C5C}" sibTransId="{5E06E816-A78F-4016-8F06-D92AAA9B4AA3}"/>
    <dgm:cxn modelId="{B5A53878-D789-4B78-BA03-40DAA8A86D23}" type="presOf" srcId="{4D126ABF-767A-4391-8E67-98F067B89565}" destId="{6C685FE4-3B1D-44B4-B508-39F54D14917C}" srcOrd="0" destOrd="0" presId="urn:microsoft.com/office/officeart/2005/8/layout/process4"/>
    <dgm:cxn modelId="{1C010090-0CE9-4C25-8317-188B9D7CE7BE}" srcId="{170E2A32-7460-4926-97E3-D237FBF39B6D}" destId="{F8234BC5-1846-44B9-859F-4A46DB33DBB5}" srcOrd="1" destOrd="0" parTransId="{F2F460A4-3A08-4DB8-88CC-0718374F835C}" sibTransId="{CE788765-89AE-4B67-B19A-99298C600961}"/>
    <dgm:cxn modelId="{5DF907B4-372C-4A12-BB28-5192E2C324FB}" srcId="{170E2A32-7460-4926-97E3-D237FBF39B6D}" destId="{15B68608-17D2-424E-9C9F-96F286C48E9C}" srcOrd="0" destOrd="0" parTransId="{F3984678-399B-491A-B2F2-B6C59C80FB63}" sibTransId="{F5A752AC-9E7C-49B8-8217-3B09C0CF7325}"/>
    <dgm:cxn modelId="{B469CBC1-EC34-4C1B-85D1-815EBFAD984A}" srcId="{BEF096CA-5658-41B9-81BF-05B3DC1524EC}" destId="{170E2A32-7460-4926-97E3-D237FBF39B6D}" srcOrd="0" destOrd="0" parTransId="{834D5BA0-294F-46FE-B266-E71C29AEC062}" sibTransId="{FEDCFE01-23E4-43D0-BD38-B0A953D1FD51}"/>
    <dgm:cxn modelId="{1B6996C3-5912-4B81-AE93-2CF31D9741C3}" type="presOf" srcId="{37F21A5B-DF62-409B-A1FA-26FC31EB5239}" destId="{55AC0BA3-D007-4C54-AC71-11CE7D6F72D9}" srcOrd="0" destOrd="0" presId="urn:microsoft.com/office/officeart/2005/8/layout/process4"/>
    <dgm:cxn modelId="{80AAE7CA-1DC4-41BA-A8E0-52254F161C10}" type="presOf" srcId="{15B68608-17D2-424E-9C9F-96F286C48E9C}" destId="{F822275D-D67B-473C-BD54-C834B1FEA9F5}" srcOrd="0" destOrd="0" presId="urn:microsoft.com/office/officeart/2005/8/layout/process4"/>
    <dgm:cxn modelId="{830545CF-F9C3-4ACD-9F9B-553722F686CF}" type="presOf" srcId="{170E2A32-7460-4926-97E3-D237FBF39B6D}" destId="{4FDB0488-3783-4738-B53F-48FA32728137}" srcOrd="1" destOrd="0" presId="urn:microsoft.com/office/officeart/2005/8/layout/process4"/>
    <dgm:cxn modelId="{BC34DCD6-5AA9-4FAE-9815-2E5A3E5F3A4D}" srcId="{170E2A32-7460-4926-97E3-D237FBF39B6D}" destId="{628638C1-ABB5-4076-A954-272368CB11A0}" srcOrd="5" destOrd="0" parTransId="{E816C8B0-1D8D-445E-AE95-C9702B5BCAFB}" sibTransId="{D9A760A9-7071-44F7-AC19-9433461AC0B0}"/>
    <dgm:cxn modelId="{1FD134E0-2DBF-4AC5-AEB8-38585009D141}" type="presOf" srcId="{58A9720B-78F4-4803-B280-51FCE6EDA6C6}" destId="{29E81982-A5E2-427B-A270-6AC2B0CFEB87}" srcOrd="0" destOrd="0" presId="urn:microsoft.com/office/officeart/2005/8/layout/process4"/>
    <dgm:cxn modelId="{BD7B55F0-AF68-4048-84DB-82F352677C0A}" srcId="{BEF096CA-5658-41B9-81BF-05B3DC1524EC}" destId="{F1C57F01-D63E-4BF2-B520-D4449D5DC5D5}" srcOrd="1" destOrd="0" parTransId="{0692C43E-E81D-458B-865A-4C0E0BD16DBC}" sibTransId="{A91017A1-AD10-48B4-8610-4618C6C79CD9}"/>
    <dgm:cxn modelId="{27D84482-A735-4BD9-8A55-40975E5D4135}" type="presParOf" srcId="{D7CBFA73-932F-40A9-A9E5-9F4D1630D098}" destId="{0B1CD4CC-4D7B-4290-A05B-F888B8767896}" srcOrd="0" destOrd="0" presId="urn:microsoft.com/office/officeart/2005/8/layout/process4"/>
    <dgm:cxn modelId="{F4DFA4DB-79E2-4F41-8D49-06375E4319E2}" type="presParOf" srcId="{0B1CD4CC-4D7B-4290-A05B-F888B8767896}" destId="{4727A3EE-598E-41C9-94CB-DC0BAB54B317}" srcOrd="0" destOrd="0" presId="urn:microsoft.com/office/officeart/2005/8/layout/process4"/>
    <dgm:cxn modelId="{B16F3F6F-166B-4343-A158-20994B0529C4}" type="presParOf" srcId="{D7CBFA73-932F-40A9-A9E5-9F4D1630D098}" destId="{4B01A217-2A40-43DD-9AD0-FD9FF17AB3F9}" srcOrd="1" destOrd="0" presId="urn:microsoft.com/office/officeart/2005/8/layout/process4"/>
    <dgm:cxn modelId="{431718B1-62FD-41FD-89DB-CE395F6BAC40}" type="presParOf" srcId="{D7CBFA73-932F-40A9-A9E5-9F4D1630D098}" destId="{2B8E667A-AFB8-4F7D-B618-6CE2FF06D6C7}" srcOrd="2" destOrd="0" presId="urn:microsoft.com/office/officeart/2005/8/layout/process4"/>
    <dgm:cxn modelId="{63EBF57C-3E7E-4D4A-BFBA-7D6F976671B4}" type="presParOf" srcId="{2B8E667A-AFB8-4F7D-B618-6CE2FF06D6C7}" destId="{A6C21EA9-E359-4982-BEF4-DB09BFEEEC79}" srcOrd="0" destOrd="0" presId="urn:microsoft.com/office/officeart/2005/8/layout/process4"/>
    <dgm:cxn modelId="{E92A0996-090E-45B0-AEBD-558DF1268601}" type="presParOf" srcId="{2B8E667A-AFB8-4F7D-B618-6CE2FF06D6C7}" destId="{4FDB0488-3783-4738-B53F-48FA32728137}" srcOrd="1" destOrd="0" presId="urn:microsoft.com/office/officeart/2005/8/layout/process4"/>
    <dgm:cxn modelId="{44D3DDFE-036A-4151-8E9C-CF1C676EC436}" type="presParOf" srcId="{2B8E667A-AFB8-4F7D-B618-6CE2FF06D6C7}" destId="{B8F38709-F094-433B-A47A-4970273B2BFD}" srcOrd="2" destOrd="0" presId="urn:microsoft.com/office/officeart/2005/8/layout/process4"/>
    <dgm:cxn modelId="{E3CBC73F-BAF0-4911-B7EC-DB595A288EC4}" type="presParOf" srcId="{B8F38709-F094-433B-A47A-4970273B2BFD}" destId="{F822275D-D67B-473C-BD54-C834B1FEA9F5}" srcOrd="0" destOrd="0" presId="urn:microsoft.com/office/officeart/2005/8/layout/process4"/>
    <dgm:cxn modelId="{EF12ADEB-A641-42B2-A1BE-896CA3491D39}" type="presParOf" srcId="{B8F38709-F094-433B-A47A-4970273B2BFD}" destId="{E890E7A5-5A88-4E0D-82C8-9D8AD0225C9A}" srcOrd="1" destOrd="0" presId="urn:microsoft.com/office/officeart/2005/8/layout/process4"/>
    <dgm:cxn modelId="{D102D02E-8376-45FC-8755-AA1420E3B583}" type="presParOf" srcId="{B8F38709-F094-433B-A47A-4970273B2BFD}" destId="{29E81982-A5E2-427B-A270-6AC2B0CFEB87}" srcOrd="2" destOrd="0" presId="urn:microsoft.com/office/officeart/2005/8/layout/process4"/>
    <dgm:cxn modelId="{AB9EF3DC-4EBD-467E-8647-D8334F6A6903}" type="presParOf" srcId="{B8F38709-F094-433B-A47A-4970273B2BFD}" destId="{55AC0BA3-D007-4C54-AC71-11CE7D6F72D9}" srcOrd="3" destOrd="0" presId="urn:microsoft.com/office/officeart/2005/8/layout/process4"/>
    <dgm:cxn modelId="{463E4D1D-E384-429C-9BCF-4FA6E9E96B92}" type="presParOf" srcId="{B8F38709-F094-433B-A47A-4970273B2BFD}" destId="{6C685FE4-3B1D-44B4-B508-39F54D14917C}" srcOrd="4" destOrd="0" presId="urn:microsoft.com/office/officeart/2005/8/layout/process4"/>
    <dgm:cxn modelId="{1A20EA99-78EF-4977-BE55-DB63CF0AADEC}" type="presParOf" srcId="{B8F38709-F094-433B-A47A-4970273B2BFD}" destId="{60F95E92-55D6-487E-86BB-454E8FC92933}" srcOrd="5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E4C831-E058-4F72-98C1-0CCB52B3BC9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1DB4052-9A27-4B97-84E4-8F1AAE06FC4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Mobile App: Flutter (recommended) or React Native; offline-first store; WebSocket (WS) for live updates; HTTP fallback.</a:t>
          </a:r>
          <a:endParaRPr lang="en-US"/>
        </a:p>
      </dgm:t>
    </dgm:pt>
    <dgm:pt modelId="{D1E60DB3-FAE7-4A9F-8010-3E322726616A}" type="parTrans" cxnId="{F58D2FDD-ADB6-4289-A6A8-B9F7C1DA9900}">
      <dgm:prSet/>
      <dgm:spPr/>
      <dgm:t>
        <a:bodyPr/>
        <a:lstStyle/>
        <a:p>
          <a:endParaRPr lang="en-US"/>
        </a:p>
      </dgm:t>
    </dgm:pt>
    <dgm:pt modelId="{56181199-EF4A-4B93-8D18-399CE2D25424}" type="sibTrans" cxnId="{F58D2FDD-ADB6-4289-A6A8-B9F7C1DA990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1FB89E0-570B-4C14-A6F0-DC6174641FD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Backend: Docker Compose microservices: crowd-service, waittime-service, maintenance-service, emergency-service, gateway.</a:t>
          </a:r>
          <a:endParaRPr lang="en-US"/>
        </a:p>
      </dgm:t>
    </dgm:pt>
    <dgm:pt modelId="{C8261DAD-4B57-4216-86AD-B75434DA60B9}" type="parTrans" cxnId="{9521C2B7-8A14-42E3-BFDB-7AE65084615C}">
      <dgm:prSet/>
      <dgm:spPr/>
      <dgm:t>
        <a:bodyPr/>
        <a:lstStyle/>
        <a:p>
          <a:endParaRPr lang="en-US"/>
        </a:p>
      </dgm:t>
    </dgm:pt>
    <dgm:pt modelId="{C3E80DDF-2845-481C-96A1-DF4130F63D94}" type="sibTrans" cxnId="{9521C2B7-8A14-42E3-BFDB-7AE65084615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82D9CD2-A499-4EE8-8123-906F69D479D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Data Sources (simulated): gate arrivals/throughput, bin fill events, SOS events, map graph (nodes/edges), hazard closures.</a:t>
          </a:r>
          <a:endParaRPr lang="en-US"/>
        </a:p>
      </dgm:t>
    </dgm:pt>
    <dgm:pt modelId="{DA03196F-098C-4FDD-9445-D15FC7A0E231}" type="parTrans" cxnId="{FD06A3D1-E72E-41A8-8592-2FEBE6821A4E}">
      <dgm:prSet/>
      <dgm:spPr/>
      <dgm:t>
        <a:bodyPr/>
        <a:lstStyle/>
        <a:p>
          <a:endParaRPr lang="en-US"/>
        </a:p>
      </dgm:t>
    </dgm:pt>
    <dgm:pt modelId="{E9CBC2B1-B923-4A79-AE9D-1F286A5B127F}" type="sibTrans" cxnId="{FD06A3D1-E72E-41A8-8592-2FEBE6821A4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4A1837-CF82-460E-A2B5-B507EDA1DEC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Security/Privacy: synthetic/anonymized data only; role-based access; audit log; transport security.</a:t>
          </a:r>
          <a:endParaRPr lang="en-US"/>
        </a:p>
      </dgm:t>
    </dgm:pt>
    <dgm:pt modelId="{61DD9263-D5B8-46AE-BA4D-054EA5F362C9}" type="parTrans" cxnId="{E2D6A74D-99B5-45E7-BB93-581AB52BB41F}">
      <dgm:prSet/>
      <dgm:spPr/>
      <dgm:t>
        <a:bodyPr/>
        <a:lstStyle/>
        <a:p>
          <a:endParaRPr lang="en-US"/>
        </a:p>
      </dgm:t>
    </dgm:pt>
    <dgm:pt modelId="{D93375DE-47CC-4630-9F79-E16069EA435E}" type="sibTrans" cxnId="{E2D6A74D-99B5-45E7-BB93-581AB52BB41F}">
      <dgm:prSet/>
      <dgm:spPr/>
      <dgm:t>
        <a:bodyPr/>
        <a:lstStyle/>
        <a:p>
          <a:endParaRPr lang="en-US"/>
        </a:p>
      </dgm:t>
    </dgm:pt>
    <dgm:pt modelId="{F1A80368-908E-4A08-AB9D-D38E13B0C353}" type="pres">
      <dgm:prSet presAssocID="{8DE4C831-E058-4F72-98C1-0CCB52B3BC9E}" presName="root" presStyleCnt="0">
        <dgm:presLayoutVars>
          <dgm:dir/>
          <dgm:resizeHandles val="exact"/>
        </dgm:presLayoutVars>
      </dgm:prSet>
      <dgm:spPr/>
    </dgm:pt>
    <dgm:pt modelId="{08E98094-AE58-427D-B48C-C6A890E4CD1A}" type="pres">
      <dgm:prSet presAssocID="{8DE4C831-E058-4F72-98C1-0CCB52B3BC9E}" presName="container" presStyleCnt="0">
        <dgm:presLayoutVars>
          <dgm:dir/>
          <dgm:resizeHandles val="exact"/>
        </dgm:presLayoutVars>
      </dgm:prSet>
      <dgm:spPr/>
    </dgm:pt>
    <dgm:pt modelId="{767FD503-68ED-46D9-AECA-C97284A5588E}" type="pres">
      <dgm:prSet presAssocID="{81DB4052-9A27-4B97-84E4-8F1AAE06FC48}" presName="compNode" presStyleCnt="0"/>
      <dgm:spPr/>
    </dgm:pt>
    <dgm:pt modelId="{D9F5A16C-77FC-4CAD-8539-642B972CA2C4}" type="pres">
      <dgm:prSet presAssocID="{81DB4052-9A27-4B97-84E4-8F1AAE06FC48}" presName="iconBgRect" presStyleLbl="bgShp" presStyleIdx="0" presStyleCnt="4"/>
      <dgm:spPr/>
    </dgm:pt>
    <dgm:pt modelId="{D65EDD99-EE4D-4D1F-9A2B-76750985B345}" type="pres">
      <dgm:prSet presAssocID="{81DB4052-9A27-4B97-84E4-8F1AAE06FC4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ummingBird"/>
        </a:ext>
      </dgm:extLst>
    </dgm:pt>
    <dgm:pt modelId="{8203ED15-E972-4018-AE75-2EF490A1A9FF}" type="pres">
      <dgm:prSet presAssocID="{81DB4052-9A27-4B97-84E4-8F1AAE06FC48}" presName="spaceRect" presStyleCnt="0"/>
      <dgm:spPr/>
    </dgm:pt>
    <dgm:pt modelId="{CDA07CF6-4F77-4AFE-A5A1-919529E4C4EE}" type="pres">
      <dgm:prSet presAssocID="{81DB4052-9A27-4B97-84E4-8F1AAE06FC48}" presName="textRect" presStyleLbl="revTx" presStyleIdx="0" presStyleCnt="4">
        <dgm:presLayoutVars>
          <dgm:chMax val="1"/>
          <dgm:chPref val="1"/>
        </dgm:presLayoutVars>
      </dgm:prSet>
      <dgm:spPr/>
    </dgm:pt>
    <dgm:pt modelId="{DE665E10-8916-4AB9-ABC6-F09B4846FDC1}" type="pres">
      <dgm:prSet presAssocID="{56181199-EF4A-4B93-8D18-399CE2D25424}" presName="sibTrans" presStyleLbl="sibTrans2D1" presStyleIdx="0" presStyleCnt="0"/>
      <dgm:spPr/>
    </dgm:pt>
    <dgm:pt modelId="{22CDF620-036F-4E44-B776-BBB52887ABE5}" type="pres">
      <dgm:prSet presAssocID="{31FB89E0-570B-4C14-A6F0-DC6174641FD4}" presName="compNode" presStyleCnt="0"/>
      <dgm:spPr/>
    </dgm:pt>
    <dgm:pt modelId="{2220856C-8449-4D9F-8AFD-6B6C9145C027}" type="pres">
      <dgm:prSet presAssocID="{31FB89E0-570B-4C14-A6F0-DC6174641FD4}" presName="iconBgRect" presStyleLbl="bgShp" presStyleIdx="1" presStyleCnt="4"/>
      <dgm:spPr/>
    </dgm:pt>
    <dgm:pt modelId="{9E0F1106-A9B5-4CE7-A0C9-CA94EC57AADB}" type="pres">
      <dgm:prSet presAssocID="{31FB89E0-570B-4C14-A6F0-DC6174641FD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870FCBC-0AF3-41D8-900E-C56FCB93FF3B}" type="pres">
      <dgm:prSet presAssocID="{31FB89E0-570B-4C14-A6F0-DC6174641FD4}" presName="spaceRect" presStyleCnt="0"/>
      <dgm:spPr/>
    </dgm:pt>
    <dgm:pt modelId="{683A73B0-9344-405A-A803-9D7D751C969A}" type="pres">
      <dgm:prSet presAssocID="{31FB89E0-570B-4C14-A6F0-DC6174641FD4}" presName="textRect" presStyleLbl="revTx" presStyleIdx="1" presStyleCnt="4">
        <dgm:presLayoutVars>
          <dgm:chMax val="1"/>
          <dgm:chPref val="1"/>
        </dgm:presLayoutVars>
      </dgm:prSet>
      <dgm:spPr/>
    </dgm:pt>
    <dgm:pt modelId="{13445DD3-E6A1-461F-9435-CF634831B90D}" type="pres">
      <dgm:prSet presAssocID="{C3E80DDF-2845-481C-96A1-DF4130F63D94}" presName="sibTrans" presStyleLbl="sibTrans2D1" presStyleIdx="0" presStyleCnt="0"/>
      <dgm:spPr/>
    </dgm:pt>
    <dgm:pt modelId="{CA2AC45C-B340-4174-91DF-057C23C64F32}" type="pres">
      <dgm:prSet presAssocID="{182D9CD2-A499-4EE8-8123-906F69D479D2}" presName="compNode" presStyleCnt="0"/>
      <dgm:spPr/>
    </dgm:pt>
    <dgm:pt modelId="{44DD0CC3-02AD-4A39-83C9-F8468DAF711A}" type="pres">
      <dgm:prSet presAssocID="{182D9CD2-A499-4EE8-8123-906F69D479D2}" presName="iconBgRect" presStyleLbl="bgShp" presStyleIdx="2" presStyleCnt="4"/>
      <dgm:spPr/>
    </dgm:pt>
    <dgm:pt modelId="{E78D8BF2-708B-4CF2-82A9-5EA2DB6E0C03}" type="pres">
      <dgm:prSet presAssocID="{182D9CD2-A499-4EE8-8123-906F69D479D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07515CE-9641-4E77-A03E-D8446A45C231}" type="pres">
      <dgm:prSet presAssocID="{182D9CD2-A499-4EE8-8123-906F69D479D2}" presName="spaceRect" presStyleCnt="0"/>
      <dgm:spPr/>
    </dgm:pt>
    <dgm:pt modelId="{A84AAE4F-CF05-4D5D-88D3-1DB581CD6F54}" type="pres">
      <dgm:prSet presAssocID="{182D9CD2-A499-4EE8-8123-906F69D479D2}" presName="textRect" presStyleLbl="revTx" presStyleIdx="2" presStyleCnt="4">
        <dgm:presLayoutVars>
          <dgm:chMax val="1"/>
          <dgm:chPref val="1"/>
        </dgm:presLayoutVars>
      </dgm:prSet>
      <dgm:spPr/>
    </dgm:pt>
    <dgm:pt modelId="{77A2EE01-210B-4175-A42E-5AC2C2620E93}" type="pres">
      <dgm:prSet presAssocID="{E9CBC2B1-B923-4A79-AE9D-1F286A5B127F}" presName="sibTrans" presStyleLbl="sibTrans2D1" presStyleIdx="0" presStyleCnt="0"/>
      <dgm:spPr/>
    </dgm:pt>
    <dgm:pt modelId="{7D06159E-62BB-4728-9EF3-C5437DC69307}" type="pres">
      <dgm:prSet presAssocID="{2B4A1837-CF82-460E-A2B5-B507EDA1DECC}" presName="compNode" presStyleCnt="0"/>
      <dgm:spPr/>
    </dgm:pt>
    <dgm:pt modelId="{2B00D291-3E00-4E01-B145-78091C8132DD}" type="pres">
      <dgm:prSet presAssocID="{2B4A1837-CF82-460E-A2B5-B507EDA1DECC}" presName="iconBgRect" presStyleLbl="bgShp" presStyleIdx="3" presStyleCnt="4"/>
      <dgm:spPr/>
    </dgm:pt>
    <dgm:pt modelId="{C6F76E56-DCB3-4DDE-9849-49E8B6EE8E23}" type="pres">
      <dgm:prSet presAssocID="{2B4A1837-CF82-460E-A2B5-B507EDA1DEC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3FAC88D6-CAA1-4EA6-BA0D-74CF2F85526F}" type="pres">
      <dgm:prSet presAssocID="{2B4A1837-CF82-460E-A2B5-B507EDA1DECC}" presName="spaceRect" presStyleCnt="0"/>
      <dgm:spPr/>
    </dgm:pt>
    <dgm:pt modelId="{5CCD9425-23B6-44FE-B15D-C693CC7D6F99}" type="pres">
      <dgm:prSet presAssocID="{2B4A1837-CF82-460E-A2B5-B507EDA1DEC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9F20327-7724-42A4-B42F-FE2EA245BB68}" type="presOf" srcId="{31FB89E0-570B-4C14-A6F0-DC6174641FD4}" destId="{683A73B0-9344-405A-A803-9D7D751C969A}" srcOrd="0" destOrd="0" presId="urn:microsoft.com/office/officeart/2018/2/layout/IconCircleList"/>
    <dgm:cxn modelId="{FACB4B2C-607E-42E9-8936-F26AD20D85CA}" type="presOf" srcId="{C3E80DDF-2845-481C-96A1-DF4130F63D94}" destId="{13445DD3-E6A1-461F-9435-CF634831B90D}" srcOrd="0" destOrd="0" presId="urn:microsoft.com/office/officeart/2018/2/layout/IconCircleList"/>
    <dgm:cxn modelId="{83E64144-3F25-4032-B323-0AC25940007C}" type="presOf" srcId="{182D9CD2-A499-4EE8-8123-906F69D479D2}" destId="{A84AAE4F-CF05-4D5D-88D3-1DB581CD6F54}" srcOrd="0" destOrd="0" presId="urn:microsoft.com/office/officeart/2018/2/layout/IconCircleList"/>
    <dgm:cxn modelId="{6B347B4A-F600-4C61-AA55-2B34E903B09A}" type="presOf" srcId="{56181199-EF4A-4B93-8D18-399CE2D25424}" destId="{DE665E10-8916-4AB9-ABC6-F09B4846FDC1}" srcOrd="0" destOrd="0" presId="urn:microsoft.com/office/officeart/2018/2/layout/IconCircleList"/>
    <dgm:cxn modelId="{E2D6A74D-99B5-45E7-BB93-581AB52BB41F}" srcId="{8DE4C831-E058-4F72-98C1-0CCB52B3BC9E}" destId="{2B4A1837-CF82-460E-A2B5-B507EDA1DECC}" srcOrd="3" destOrd="0" parTransId="{61DD9263-D5B8-46AE-BA4D-054EA5F362C9}" sibTransId="{D93375DE-47CC-4630-9F79-E16069EA435E}"/>
    <dgm:cxn modelId="{7DBD9D72-90DF-4D8B-9C5E-0E8A3CE3EF61}" type="presOf" srcId="{8DE4C831-E058-4F72-98C1-0CCB52B3BC9E}" destId="{F1A80368-908E-4A08-AB9D-D38E13B0C353}" srcOrd="0" destOrd="0" presId="urn:microsoft.com/office/officeart/2018/2/layout/IconCircleList"/>
    <dgm:cxn modelId="{80480773-6E40-4543-B465-C0637EDDF1C7}" type="presOf" srcId="{81DB4052-9A27-4B97-84E4-8F1AAE06FC48}" destId="{CDA07CF6-4F77-4AFE-A5A1-919529E4C4EE}" srcOrd="0" destOrd="0" presId="urn:microsoft.com/office/officeart/2018/2/layout/IconCircleList"/>
    <dgm:cxn modelId="{0315D695-BD98-4C9C-AE7B-FDC2B903FD2B}" type="presOf" srcId="{2B4A1837-CF82-460E-A2B5-B507EDA1DECC}" destId="{5CCD9425-23B6-44FE-B15D-C693CC7D6F99}" srcOrd="0" destOrd="0" presId="urn:microsoft.com/office/officeart/2018/2/layout/IconCircleList"/>
    <dgm:cxn modelId="{9521C2B7-8A14-42E3-BFDB-7AE65084615C}" srcId="{8DE4C831-E058-4F72-98C1-0CCB52B3BC9E}" destId="{31FB89E0-570B-4C14-A6F0-DC6174641FD4}" srcOrd="1" destOrd="0" parTransId="{C8261DAD-4B57-4216-86AD-B75434DA60B9}" sibTransId="{C3E80DDF-2845-481C-96A1-DF4130F63D94}"/>
    <dgm:cxn modelId="{6B967BC7-7579-4833-A24D-D80F358D15F7}" type="presOf" srcId="{E9CBC2B1-B923-4A79-AE9D-1F286A5B127F}" destId="{77A2EE01-210B-4175-A42E-5AC2C2620E93}" srcOrd="0" destOrd="0" presId="urn:microsoft.com/office/officeart/2018/2/layout/IconCircleList"/>
    <dgm:cxn modelId="{FD06A3D1-E72E-41A8-8592-2FEBE6821A4E}" srcId="{8DE4C831-E058-4F72-98C1-0CCB52B3BC9E}" destId="{182D9CD2-A499-4EE8-8123-906F69D479D2}" srcOrd="2" destOrd="0" parTransId="{DA03196F-098C-4FDD-9445-D15FC7A0E231}" sibTransId="{E9CBC2B1-B923-4A79-AE9D-1F286A5B127F}"/>
    <dgm:cxn modelId="{F58D2FDD-ADB6-4289-A6A8-B9F7C1DA9900}" srcId="{8DE4C831-E058-4F72-98C1-0CCB52B3BC9E}" destId="{81DB4052-9A27-4B97-84E4-8F1AAE06FC48}" srcOrd="0" destOrd="0" parTransId="{D1E60DB3-FAE7-4A9F-8010-3E322726616A}" sibTransId="{56181199-EF4A-4B93-8D18-399CE2D25424}"/>
    <dgm:cxn modelId="{DC1E1A53-9E60-4429-AB1B-514F97D21C99}" type="presParOf" srcId="{F1A80368-908E-4A08-AB9D-D38E13B0C353}" destId="{08E98094-AE58-427D-B48C-C6A890E4CD1A}" srcOrd="0" destOrd="0" presId="urn:microsoft.com/office/officeart/2018/2/layout/IconCircleList"/>
    <dgm:cxn modelId="{987699B9-8011-4FEC-900A-7283809E06C1}" type="presParOf" srcId="{08E98094-AE58-427D-B48C-C6A890E4CD1A}" destId="{767FD503-68ED-46D9-AECA-C97284A5588E}" srcOrd="0" destOrd="0" presId="urn:microsoft.com/office/officeart/2018/2/layout/IconCircleList"/>
    <dgm:cxn modelId="{854E7407-69F5-43F3-A9BD-E7EE2D189A76}" type="presParOf" srcId="{767FD503-68ED-46D9-AECA-C97284A5588E}" destId="{D9F5A16C-77FC-4CAD-8539-642B972CA2C4}" srcOrd="0" destOrd="0" presId="urn:microsoft.com/office/officeart/2018/2/layout/IconCircleList"/>
    <dgm:cxn modelId="{2F7F5161-B387-45FB-A665-DA08D8B9930A}" type="presParOf" srcId="{767FD503-68ED-46D9-AECA-C97284A5588E}" destId="{D65EDD99-EE4D-4D1F-9A2B-76750985B345}" srcOrd="1" destOrd="0" presId="urn:microsoft.com/office/officeart/2018/2/layout/IconCircleList"/>
    <dgm:cxn modelId="{380C6797-570F-41D0-9719-1CC9C4457D72}" type="presParOf" srcId="{767FD503-68ED-46D9-AECA-C97284A5588E}" destId="{8203ED15-E972-4018-AE75-2EF490A1A9FF}" srcOrd="2" destOrd="0" presId="urn:microsoft.com/office/officeart/2018/2/layout/IconCircleList"/>
    <dgm:cxn modelId="{592184A4-D5DF-492C-9337-70F48AB83C06}" type="presParOf" srcId="{767FD503-68ED-46D9-AECA-C97284A5588E}" destId="{CDA07CF6-4F77-4AFE-A5A1-919529E4C4EE}" srcOrd="3" destOrd="0" presId="urn:microsoft.com/office/officeart/2018/2/layout/IconCircleList"/>
    <dgm:cxn modelId="{2DD78E5F-2D12-4D91-ADE9-12DF4ACAA2E8}" type="presParOf" srcId="{08E98094-AE58-427D-B48C-C6A890E4CD1A}" destId="{DE665E10-8916-4AB9-ABC6-F09B4846FDC1}" srcOrd="1" destOrd="0" presId="urn:microsoft.com/office/officeart/2018/2/layout/IconCircleList"/>
    <dgm:cxn modelId="{685999BD-8311-4F44-8C41-A38CED780C37}" type="presParOf" srcId="{08E98094-AE58-427D-B48C-C6A890E4CD1A}" destId="{22CDF620-036F-4E44-B776-BBB52887ABE5}" srcOrd="2" destOrd="0" presId="urn:microsoft.com/office/officeart/2018/2/layout/IconCircleList"/>
    <dgm:cxn modelId="{35C280CC-BFE7-4446-A351-4CBF889D2CC1}" type="presParOf" srcId="{22CDF620-036F-4E44-B776-BBB52887ABE5}" destId="{2220856C-8449-4D9F-8AFD-6B6C9145C027}" srcOrd="0" destOrd="0" presId="urn:microsoft.com/office/officeart/2018/2/layout/IconCircleList"/>
    <dgm:cxn modelId="{B6241ABD-6565-46E3-8DB3-639D6B410861}" type="presParOf" srcId="{22CDF620-036F-4E44-B776-BBB52887ABE5}" destId="{9E0F1106-A9B5-4CE7-A0C9-CA94EC57AADB}" srcOrd="1" destOrd="0" presId="urn:microsoft.com/office/officeart/2018/2/layout/IconCircleList"/>
    <dgm:cxn modelId="{7CD3A285-D1F5-4B42-89EF-31C4ACB4099B}" type="presParOf" srcId="{22CDF620-036F-4E44-B776-BBB52887ABE5}" destId="{C870FCBC-0AF3-41D8-900E-C56FCB93FF3B}" srcOrd="2" destOrd="0" presId="urn:microsoft.com/office/officeart/2018/2/layout/IconCircleList"/>
    <dgm:cxn modelId="{8EA0823E-CC54-4C6D-91ED-D85FA9994559}" type="presParOf" srcId="{22CDF620-036F-4E44-B776-BBB52887ABE5}" destId="{683A73B0-9344-405A-A803-9D7D751C969A}" srcOrd="3" destOrd="0" presId="urn:microsoft.com/office/officeart/2018/2/layout/IconCircleList"/>
    <dgm:cxn modelId="{3FD00847-88EE-4AE5-A893-ACE795F80945}" type="presParOf" srcId="{08E98094-AE58-427D-B48C-C6A890E4CD1A}" destId="{13445DD3-E6A1-461F-9435-CF634831B90D}" srcOrd="3" destOrd="0" presId="urn:microsoft.com/office/officeart/2018/2/layout/IconCircleList"/>
    <dgm:cxn modelId="{13BCD8F9-3983-4129-A314-97CD9A40336E}" type="presParOf" srcId="{08E98094-AE58-427D-B48C-C6A890E4CD1A}" destId="{CA2AC45C-B340-4174-91DF-057C23C64F32}" srcOrd="4" destOrd="0" presId="urn:microsoft.com/office/officeart/2018/2/layout/IconCircleList"/>
    <dgm:cxn modelId="{E4BB5C6A-E836-4982-8B7F-6C1AB9D586A0}" type="presParOf" srcId="{CA2AC45C-B340-4174-91DF-057C23C64F32}" destId="{44DD0CC3-02AD-4A39-83C9-F8468DAF711A}" srcOrd="0" destOrd="0" presId="urn:microsoft.com/office/officeart/2018/2/layout/IconCircleList"/>
    <dgm:cxn modelId="{D6AE6344-BE3E-4C8C-A171-E806DE02A8C7}" type="presParOf" srcId="{CA2AC45C-B340-4174-91DF-057C23C64F32}" destId="{E78D8BF2-708B-4CF2-82A9-5EA2DB6E0C03}" srcOrd="1" destOrd="0" presId="urn:microsoft.com/office/officeart/2018/2/layout/IconCircleList"/>
    <dgm:cxn modelId="{AD8C47E2-DA61-4EC9-A6C3-6FD41687B91D}" type="presParOf" srcId="{CA2AC45C-B340-4174-91DF-057C23C64F32}" destId="{B07515CE-9641-4E77-A03E-D8446A45C231}" srcOrd="2" destOrd="0" presId="urn:microsoft.com/office/officeart/2018/2/layout/IconCircleList"/>
    <dgm:cxn modelId="{23A0A4D0-B925-48C1-8EC8-AA2B894DF7CF}" type="presParOf" srcId="{CA2AC45C-B340-4174-91DF-057C23C64F32}" destId="{A84AAE4F-CF05-4D5D-88D3-1DB581CD6F54}" srcOrd="3" destOrd="0" presId="urn:microsoft.com/office/officeart/2018/2/layout/IconCircleList"/>
    <dgm:cxn modelId="{E71A1E39-3721-4A78-838B-21D9E2D2A9BA}" type="presParOf" srcId="{08E98094-AE58-427D-B48C-C6A890E4CD1A}" destId="{77A2EE01-210B-4175-A42E-5AC2C2620E93}" srcOrd="5" destOrd="0" presId="urn:microsoft.com/office/officeart/2018/2/layout/IconCircleList"/>
    <dgm:cxn modelId="{5853FBB5-0A34-4FA5-BB34-90C545EF73CA}" type="presParOf" srcId="{08E98094-AE58-427D-B48C-C6A890E4CD1A}" destId="{7D06159E-62BB-4728-9EF3-C5437DC69307}" srcOrd="6" destOrd="0" presId="urn:microsoft.com/office/officeart/2018/2/layout/IconCircleList"/>
    <dgm:cxn modelId="{88DF2086-2B5C-4C1C-A110-DD69A9A86603}" type="presParOf" srcId="{7D06159E-62BB-4728-9EF3-C5437DC69307}" destId="{2B00D291-3E00-4E01-B145-78091C8132DD}" srcOrd="0" destOrd="0" presId="urn:microsoft.com/office/officeart/2018/2/layout/IconCircleList"/>
    <dgm:cxn modelId="{D7AFE01F-2B8D-4810-B034-BD600EA0D397}" type="presParOf" srcId="{7D06159E-62BB-4728-9EF3-C5437DC69307}" destId="{C6F76E56-DCB3-4DDE-9849-49E8B6EE8E23}" srcOrd="1" destOrd="0" presId="urn:microsoft.com/office/officeart/2018/2/layout/IconCircleList"/>
    <dgm:cxn modelId="{2D1387BE-A39B-4829-9C0C-16C9A864A967}" type="presParOf" srcId="{7D06159E-62BB-4728-9EF3-C5437DC69307}" destId="{3FAC88D6-CAA1-4EA6-BA0D-74CF2F85526F}" srcOrd="2" destOrd="0" presId="urn:microsoft.com/office/officeart/2018/2/layout/IconCircleList"/>
    <dgm:cxn modelId="{57202052-A3CF-4600-ADF0-26B7CD5CBDB2}" type="presParOf" srcId="{7D06159E-62BB-4728-9EF3-C5437DC69307}" destId="{5CCD9425-23B6-44FE-B15D-C693CC7D6F9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BE4FE0-CFCE-4436-8A4A-73CC3090F20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07A433D-DF8B-4943-85B4-149708F17AB8}">
      <dgm:prSet/>
      <dgm:spPr/>
      <dgm:t>
        <a:bodyPr/>
        <a:lstStyle/>
        <a:p>
          <a:r>
            <a:rPr lang="en-GB"/>
            <a:t>Repo &amp; Continuous Integration (CI): create GitHub repo; set linting/format; CI for build/tests.</a:t>
          </a:r>
          <a:endParaRPr lang="en-US"/>
        </a:p>
      </dgm:t>
    </dgm:pt>
    <dgm:pt modelId="{7D391C3E-C505-475F-8B80-5F2430761F11}" type="parTrans" cxnId="{2393E104-94D6-46F5-9465-36311F1CDFEA}">
      <dgm:prSet/>
      <dgm:spPr/>
      <dgm:t>
        <a:bodyPr/>
        <a:lstStyle/>
        <a:p>
          <a:endParaRPr lang="en-US"/>
        </a:p>
      </dgm:t>
    </dgm:pt>
    <dgm:pt modelId="{2A77569B-7074-4086-AD9F-012EBF5608A6}" type="sibTrans" cxnId="{2393E104-94D6-46F5-9465-36311F1CDFEA}">
      <dgm:prSet/>
      <dgm:spPr/>
      <dgm:t>
        <a:bodyPr/>
        <a:lstStyle/>
        <a:p>
          <a:endParaRPr lang="en-US"/>
        </a:p>
      </dgm:t>
    </dgm:pt>
    <dgm:pt modelId="{1177F50F-ED14-478B-A793-14FF6D4C68DE}">
      <dgm:prSet/>
      <dgm:spPr/>
      <dgm:t>
        <a:bodyPr/>
        <a:lstStyle/>
        <a:p>
          <a:r>
            <a:rPr lang="en-GB"/>
            <a:t>Wireframes: dashboard, alert detail, route view, settings (PT/EN).</a:t>
          </a:r>
          <a:endParaRPr lang="en-US"/>
        </a:p>
      </dgm:t>
    </dgm:pt>
    <dgm:pt modelId="{92879B17-E751-4C9E-9722-52D9F416678E}" type="parTrans" cxnId="{1EBECDC2-2CC3-47CD-8363-4C4AE505C4AB}">
      <dgm:prSet/>
      <dgm:spPr/>
      <dgm:t>
        <a:bodyPr/>
        <a:lstStyle/>
        <a:p>
          <a:endParaRPr lang="en-US"/>
        </a:p>
      </dgm:t>
    </dgm:pt>
    <dgm:pt modelId="{8DF1F220-0F37-40A2-9339-712FC69AB1F3}" type="sibTrans" cxnId="{1EBECDC2-2CC3-47CD-8363-4C4AE505C4AB}">
      <dgm:prSet/>
      <dgm:spPr/>
      <dgm:t>
        <a:bodyPr/>
        <a:lstStyle/>
        <a:p>
          <a:endParaRPr lang="en-US"/>
        </a:p>
      </dgm:t>
    </dgm:pt>
    <dgm:pt modelId="{105D91F2-430A-4B37-B17B-F1BCEB5D10CE}">
      <dgm:prSet/>
      <dgm:spPr/>
      <dgm:t>
        <a:bodyPr/>
        <a:lstStyle/>
        <a:p>
          <a:r>
            <a:rPr lang="en-GB"/>
            <a:t>Emulator: Docker Compose skeleton; WS that emits dummy gate counts each second.</a:t>
          </a:r>
          <a:endParaRPr lang="en-US"/>
        </a:p>
      </dgm:t>
    </dgm:pt>
    <dgm:pt modelId="{1D63A330-6893-4CAF-B896-1EF551A3E08B}" type="parTrans" cxnId="{D7DAF1C1-A49D-43BF-82D7-52A1678A1F2C}">
      <dgm:prSet/>
      <dgm:spPr/>
      <dgm:t>
        <a:bodyPr/>
        <a:lstStyle/>
        <a:p>
          <a:endParaRPr lang="en-US"/>
        </a:p>
      </dgm:t>
    </dgm:pt>
    <dgm:pt modelId="{4AF558A2-D112-479F-9D71-F2FBFEDECA8B}" type="sibTrans" cxnId="{D7DAF1C1-A49D-43BF-82D7-52A1678A1F2C}">
      <dgm:prSet/>
      <dgm:spPr/>
      <dgm:t>
        <a:bodyPr/>
        <a:lstStyle/>
        <a:p>
          <a:endParaRPr lang="en-US"/>
        </a:p>
      </dgm:t>
    </dgm:pt>
    <dgm:pt modelId="{741DB770-F40C-42F1-9998-DDD9D2F36618}">
      <dgm:prSet/>
      <dgm:spPr/>
      <dgm:t>
        <a:bodyPr/>
        <a:lstStyle/>
        <a:p>
          <a:r>
            <a:rPr lang="en-GB"/>
            <a:t>Modeling: implement M/M/1 function with unit tests; small CLI demo.</a:t>
          </a:r>
          <a:endParaRPr lang="en-US"/>
        </a:p>
      </dgm:t>
    </dgm:pt>
    <dgm:pt modelId="{C23C183E-1CC0-4CC2-B51D-4E81EF428F65}" type="parTrans" cxnId="{3FE3A9F6-2F16-4C7F-9B65-1D3384B93590}">
      <dgm:prSet/>
      <dgm:spPr/>
      <dgm:t>
        <a:bodyPr/>
        <a:lstStyle/>
        <a:p>
          <a:endParaRPr lang="en-US"/>
        </a:p>
      </dgm:t>
    </dgm:pt>
    <dgm:pt modelId="{460EF050-2E74-4E3E-8686-D77FC7B08893}" type="sibTrans" cxnId="{3FE3A9F6-2F16-4C7F-9B65-1D3384B93590}">
      <dgm:prSet/>
      <dgm:spPr/>
      <dgm:t>
        <a:bodyPr/>
        <a:lstStyle/>
        <a:p>
          <a:endParaRPr lang="en-US"/>
        </a:p>
      </dgm:t>
    </dgm:pt>
    <dgm:pt modelId="{B141815C-E8FE-4BD3-BB7A-9A15D9031B4B}">
      <dgm:prSet/>
      <dgm:spPr/>
      <dgm:t>
        <a:bodyPr/>
        <a:lstStyle/>
        <a:p>
          <a:r>
            <a:rPr lang="en-GB"/>
            <a:t>Routing: load JavaScript Object Notation (JSON) map; A* route; draw polyline on the app screen and handle simple closure.</a:t>
          </a:r>
          <a:endParaRPr lang="en-US"/>
        </a:p>
      </dgm:t>
    </dgm:pt>
    <dgm:pt modelId="{4725C30A-E168-4D7D-ADEC-691EA000CD5F}" type="parTrans" cxnId="{A3B1C308-AC6D-496D-9148-8034A6806E95}">
      <dgm:prSet/>
      <dgm:spPr/>
      <dgm:t>
        <a:bodyPr/>
        <a:lstStyle/>
        <a:p>
          <a:endParaRPr lang="en-US"/>
        </a:p>
      </dgm:t>
    </dgm:pt>
    <dgm:pt modelId="{6B5BF3AC-DFD4-483A-87C4-9D3516D69747}" type="sibTrans" cxnId="{A3B1C308-AC6D-496D-9148-8034A6806E95}">
      <dgm:prSet/>
      <dgm:spPr/>
      <dgm:t>
        <a:bodyPr/>
        <a:lstStyle/>
        <a:p>
          <a:endParaRPr lang="en-US"/>
        </a:p>
      </dgm:t>
    </dgm:pt>
    <dgm:pt modelId="{74FC7E4B-D673-49A6-B0D4-62F2214D2B36}" type="pres">
      <dgm:prSet presAssocID="{0ABE4FE0-CFCE-4436-8A4A-73CC3090F205}" presName="linear" presStyleCnt="0">
        <dgm:presLayoutVars>
          <dgm:animLvl val="lvl"/>
          <dgm:resizeHandles val="exact"/>
        </dgm:presLayoutVars>
      </dgm:prSet>
      <dgm:spPr/>
    </dgm:pt>
    <dgm:pt modelId="{DC4DA5D3-1219-4217-AE4D-949C61E0F56D}" type="pres">
      <dgm:prSet presAssocID="{707A433D-DF8B-4943-85B4-149708F17AB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C1542B0-D459-459F-8D33-E2CA6EC49B12}" type="pres">
      <dgm:prSet presAssocID="{2A77569B-7074-4086-AD9F-012EBF5608A6}" presName="spacer" presStyleCnt="0"/>
      <dgm:spPr/>
    </dgm:pt>
    <dgm:pt modelId="{BCFE0A84-113C-4089-B1BD-570D3DDBC00B}" type="pres">
      <dgm:prSet presAssocID="{1177F50F-ED14-478B-A793-14FF6D4C68D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F3D1561-D30F-4C2E-AD57-156988553D65}" type="pres">
      <dgm:prSet presAssocID="{8DF1F220-0F37-40A2-9339-712FC69AB1F3}" presName="spacer" presStyleCnt="0"/>
      <dgm:spPr/>
    </dgm:pt>
    <dgm:pt modelId="{F6EE5591-8F4E-45F5-B8E6-CE435D612E65}" type="pres">
      <dgm:prSet presAssocID="{105D91F2-430A-4B37-B17B-F1BCEB5D10C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E6DCB40-C77E-4760-B349-1495B6C57108}" type="pres">
      <dgm:prSet presAssocID="{4AF558A2-D112-479F-9D71-F2FBFEDECA8B}" presName="spacer" presStyleCnt="0"/>
      <dgm:spPr/>
    </dgm:pt>
    <dgm:pt modelId="{EB0C37A3-EE65-44E1-A5BB-CAD9BA53A080}" type="pres">
      <dgm:prSet presAssocID="{741DB770-F40C-42F1-9998-DDD9D2F3661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ABD54E3-FA6E-4A05-8DDF-63D8A8802EFF}" type="pres">
      <dgm:prSet presAssocID="{460EF050-2E74-4E3E-8686-D77FC7B08893}" presName="spacer" presStyleCnt="0"/>
      <dgm:spPr/>
    </dgm:pt>
    <dgm:pt modelId="{8BFDCA54-7374-496D-B11F-EE822CE8AFEE}" type="pres">
      <dgm:prSet presAssocID="{B141815C-E8FE-4BD3-BB7A-9A15D9031B4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393E104-94D6-46F5-9465-36311F1CDFEA}" srcId="{0ABE4FE0-CFCE-4436-8A4A-73CC3090F205}" destId="{707A433D-DF8B-4943-85B4-149708F17AB8}" srcOrd="0" destOrd="0" parTransId="{7D391C3E-C505-475F-8B80-5F2430761F11}" sibTransId="{2A77569B-7074-4086-AD9F-012EBF5608A6}"/>
    <dgm:cxn modelId="{A3B1C308-AC6D-496D-9148-8034A6806E95}" srcId="{0ABE4FE0-CFCE-4436-8A4A-73CC3090F205}" destId="{B141815C-E8FE-4BD3-BB7A-9A15D9031B4B}" srcOrd="4" destOrd="0" parTransId="{4725C30A-E168-4D7D-ADEC-691EA000CD5F}" sibTransId="{6B5BF3AC-DFD4-483A-87C4-9D3516D69747}"/>
    <dgm:cxn modelId="{94CC4314-288A-40A2-8F0E-BC358F436F75}" type="presOf" srcId="{741DB770-F40C-42F1-9998-DDD9D2F36618}" destId="{EB0C37A3-EE65-44E1-A5BB-CAD9BA53A080}" srcOrd="0" destOrd="0" presId="urn:microsoft.com/office/officeart/2005/8/layout/vList2"/>
    <dgm:cxn modelId="{51B9289B-6288-40DB-BEA0-1587A6CF7D2D}" type="presOf" srcId="{1177F50F-ED14-478B-A793-14FF6D4C68DE}" destId="{BCFE0A84-113C-4089-B1BD-570D3DDBC00B}" srcOrd="0" destOrd="0" presId="urn:microsoft.com/office/officeart/2005/8/layout/vList2"/>
    <dgm:cxn modelId="{2D74B3BE-910F-4D56-8D17-9C79F0D18311}" type="presOf" srcId="{B141815C-E8FE-4BD3-BB7A-9A15D9031B4B}" destId="{8BFDCA54-7374-496D-B11F-EE822CE8AFEE}" srcOrd="0" destOrd="0" presId="urn:microsoft.com/office/officeart/2005/8/layout/vList2"/>
    <dgm:cxn modelId="{D7DAF1C1-A49D-43BF-82D7-52A1678A1F2C}" srcId="{0ABE4FE0-CFCE-4436-8A4A-73CC3090F205}" destId="{105D91F2-430A-4B37-B17B-F1BCEB5D10CE}" srcOrd="2" destOrd="0" parTransId="{1D63A330-6893-4CAF-B896-1EF551A3E08B}" sibTransId="{4AF558A2-D112-479F-9D71-F2FBFEDECA8B}"/>
    <dgm:cxn modelId="{1EBECDC2-2CC3-47CD-8363-4C4AE505C4AB}" srcId="{0ABE4FE0-CFCE-4436-8A4A-73CC3090F205}" destId="{1177F50F-ED14-478B-A793-14FF6D4C68DE}" srcOrd="1" destOrd="0" parTransId="{92879B17-E751-4C9E-9722-52D9F416678E}" sibTransId="{8DF1F220-0F37-40A2-9339-712FC69AB1F3}"/>
    <dgm:cxn modelId="{626DC4DF-723F-4989-9478-979568A07377}" type="presOf" srcId="{707A433D-DF8B-4943-85B4-149708F17AB8}" destId="{DC4DA5D3-1219-4217-AE4D-949C61E0F56D}" srcOrd="0" destOrd="0" presId="urn:microsoft.com/office/officeart/2005/8/layout/vList2"/>
    <dgm:cxn modelId="{3FE3A9F6-2F16-4C7F-9B65-1D3384B93590}" srcId="{0ABE4FE0-CFCE-4436-8A4A-73CC3090F205}" destId="{741DB770-F40C-42F1-9998-DDD9D2F36618}" srcOrd="3" destOrd="0" parTransId="{C23C183E-1CC0-4CC2-B51D-4E81EF428F65}" sibTransId="{460EF050-2E74-4E3E-8686-D77FC7B08893}"/>
    <dgm:cxn modelId="{E87424F9-63DD-4FB3-9C61-FD3BD7E31FD9}" type="presOf" srcId="{105D91F2-430A-4B37-B17B-F1BCEB5D10CE}" destId="{F6EE5591-8F4E-45F5-B8E6-CE435D612E65}" srcOrd="0" destOrd="0" presId="urn:microsoft.com/office/officeart/2005/8/layout/vList2"/>
    <dgm:cxn modelId="{084581FF-6DA2-455B-8EDE-43C2D6C45042}" type="presOf" srcId="{0ABE4FE0-CFCE-4436-8A4A-73CC3090F205}" destId="{74FC7E4B-D673-49A6-B0D4-62F2214D2B36}" srcOrd="0" destOrd="0" presId="urn:microsoft.com/office/officeart/2005/8/layout/vList2"/>
    <dgm:cxn modelId="{9B0C6891-3305-416F-A447-DE17BF8E8C90}" type="presParOf" srcId="{74FC7E4B-D673-49A6-B0D4-62F2214D2B36}" destId="{DC4DA5D3-1219-4217-AE4D-949C61E0F56D}" srcOrd="0" destOrd="0" presId="urn:microsoft.com/office/officeart/2005/8/layout/vList2"/>
    <dgm:cxn modelId="{DBFAAEF0-6AD6-46A7-B60E-7AC031289499}" type="presParOf" srcId="{74FC7E4B-D673-49A6-B0D4-62F2214D2B36}" destId="{5C1542B0-D459-459F-8D33-E2CA6EC49B12}" srcOrd="1" destOrd="0" presId="urn:microsoft.com/office/officeart/2005/8/layout/vList2"/>
    <dgm:cxn modelId="{A43A19B2-1F10-4995-8091-D4D562E531E6}" type="presParOf" srcId="{74FC7E4B-D673-49A6-B0D4-62F2214D2B36}" destId="{BCFE0A84-113C-4089-B1BD-570D3DDBC00B}" srcOrd="2" destOrd="0" presId="urn:microsoft.com/office/officeart/2005/8/layout/vList2"/>
    <dgm:cxn modelId="{675CD14E-88B6-411A-997A-3166F5D107A3}" type="presParOf" srcId="{74FC7E4B-D673-49A6-B0D4-62F2214D2B36}" destId="{AF3D1561-D30F-4C2E-AD57-156988553D65}" srcOrd="3" destOrd="0" presId="urn:microsoft.com/office/officeart/2005/8/layout/vList2"/>
    <dgm:cxn modelId="{0CE14272-049F-4877-9DEE-1BA05CFDC042}" type="presParOf" srcId="{74FC7E4B-D673-49A6-B0D4-62F2214D2B36}" destId="{F6EE5591-8F4E-45F5-B8E6-CE435D612E65}" srcOrd="4" destOrd="0" presId="urn:microsoft.com/office/officeart/2005/8/layout/vList2"/>
    <dgm:cxn modelId="{539321FC-53CE-4255-BDD1-36E2FD67AF2F}" type="presParOf" srcId="{74FC7E4B-D673-49A6-B0D4-62F2214D2B36}" destId="{3E6DCB40-C77E-4760-B349-1495B6C57108}" srcOrd="5" destOrd="0" presId="urn:microsoft.com/office/officeart/2005/8/layout/vList2"/>
    <dgm:cxn modelId="{9CA80F17-385F-434A-A755-29AC9AC96CA0}" type="presParOf" srcId="{74FC7E4B-D673-49A6-B0D4-62F2214D2B36}" destId="{EB0C37A3-EE65-44E1-A5BB-CAD9BA53A080}" srcOrd="6" destOrd="0" presId="urn:microsoft.com/office/officeart/2005/8/layout/vList2"/>
    <dgm:cxn modelId="{84DE3B2B-06C9-42D9-B288-D2727AF78C4A}" type="presParOf" srcId="{74FC7E4B-D673-49A6-B0D4-62F2214D2B36}" destId="{8ABD54E3-FA6E-4A05-8DDF-63D8A8802EFF}" srcOrd="7" destOrd="0" presId="urn:microsoft.com/office/officeart/2005/8/layout/vList2"/>
    <dgm:cxn modelId="{41228AD0-C2DD-4BDB-99D7-F2F07E2CC418}" type="presParOf" srcId="{74FC7E4B-D673-49A6-B0D4-62F2214D2B36}" destId="{8BFDCA54-7374-496D-B11F-EE822CE8AFE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39D6FFC-79CE-4424-9336-F1E5DFF3C01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0F4A26-84E5-4F43-8697-CE4A2D413202}">
      <dgm:prSet/>
      <dgm:spPr/>
      <dgm:t>
        <a:bodyPr/>
        <a:lstStyle/>
        <a:p>
          <a:r>
            <a:rPr lang="en-GB" b="0" i="0" baseline="0"/>
            <a:t>Mobile: Flutter SDK (recommended) or React Native; Android Studio / Xcode; devices or emulators.</a:t>
          </a:r>
          <a:endParaRPr lang="en-US"/>
        </a:p>
      </dgm:t>
    </dgm:pt>
    <dgm:pt modelId="{F3C1E052-6755-4E89-9D66-ECD2FE0A152C}" type="parTrans" cxnId="{1184CBA6-8B43-4C4B-89B0-67F75A04D60A}">
      <dgm:prSet/>
      <dgm:spPr/>
      <dgm:t>
        <a:bodyPr/>
        <a:lstStyle/>
        <a:p>
          <a:endParaRPr lang="en-US"/>
        </a:p>
      </dgm:t>
    </dgm:pt>
    <dgm:pt modelId="{50FE6D1B-32D3-467B-92C8-517C86DB9869}" type="sibTrans" cxnId="{1184CBA6-8B43-4C4B-89B0-67F75A04D60A}">
      <dgm:prSet/>
      <dgm:spPr/>
      <dgm:t>
        <a:bodyPr/>
        <a:lstStyle/>
        <a:p>
          <a:endParaRPr lang="en-US"/>
        </a:p>
      </dgm:t>
    </dgm:pt>
    <dgm:pt modelId="{DDEE934D-6571-4814-A81F-77620B44E8B9}">
      <dgm:prSet/>
      <dgm:spPr/>
      <dgm:t>
        <a:bodyPr/>
        <a:lstStyle/>
        <a:p>
          <a:r>
            <a:rPr lang="en-GB" b="0" i="0" baseline="0"/>
            <a:t>Backend: Docker, Docker Compose; Node.js or Python microservices.</a:t>
          </a:r>
          <a:endParaRPr lang="en-US"/>
        </a:p>
      </dgm:t>
    </dgm:pt>
    <dgm:pt modelId="{4A74358A-77A9-411F-8D04-BCE4085136B0}" type="parTrans" cxnId="{AEF035A2-3A20-48E2-9F69-D172D9D693DD}">
      <dgm:prSet/>
      <dgm:spPr/>
      <dgm:t>
        <a:bodyPr/>
        <a:lstStyle/>
        <a:p>
          <a:endParaRPr lang="en-US"/>
        </a:p>
      </dgm:t>
    </dgm:pt>
    <dgm:pt modelId="{CA955CD2-D132-4561-932E-68EE6128CB3B}" type="sibTrans" cxnId="{AEF035A2-3A20-48E2-9F69-D172D9D693DD}">
      <dgm:prSet/>
      <dgm:spPr/>
      <dgm:t>
        <a:bodyPr/>
        <a:lstStyle/>
        <a:p>
          <a:endParaRPr lang="en-US"/>
        </a:p>
      </dgm:t>
    </dgm:pt>
    <dgm:pt modelId="{F2332317-DBEA-485D-AF02-45A2297960BF}">
      <dgm:prSet/>
      <dgm:spPr/>
      <dgm:t>
        <a:bodyPr/>
        <a:lstStyle/>
        <a:p>
          <a:r>
            <a:rPr lang="en-US" b="0" i="0" baseline="0"/>
            <a:t>Dev: VS Code / IntelliJ; Git &amp; GitHub; Postman/Insomnia; Make or npm scripts.</a:t>
          </a:r>
          <a:endParaRPr lang="en-US"/>
        </a:p>
      </dgm:t>
    </dgm:pt>
    <dgm:pt modelId="{61E93DB5-41EE-43D9-A197-2625F02806DD}" type="parTrans" cxnId="{D7F154CE-1CB8-43C7-AD59-A2896494F042}">
      <dgm:prSet/>
      <dgm:spPr/>
      <dgm:t>
        <a:bodyPr/>
        <a:lstStyle/>
        <a:p>
          <a:endParaRPr lang="en-US"/>
        </a:p>
      </dgm:t>
    </dgm:pt>
    <dgm:pt modelId="{2BE393D7-93F9-4188-BB12-A168824719C2}" type="sibTrans" cxnId="{D7F154CE-1CB8-43C7-AD59-A2896494F042}">
      <dgm:prSet/>
      <dgm:spPr/>
      <dgm:t>
        <a:bodyPr/>
        <a:lstStyle/>
        <a:p>
          <a:endParaRPr lang="en-US"/>
        </a:p>
      </dgm:t>
    </dgm:pt>
    <dgm:pt modelId="{95A192C0-1429-4038-BA36-C2B42D034205}">
      <dgm:prSet/>
      <dgm:spPr/>
      <dgm:t>
        <a:bodyPr/>
        <a:lstStyle/>
        <a:p>
          <a:r>
            <a:rPr lang="en-GB" b="0" i="0" baseline="0"/>
            <a:t>Testing: unit tests; Locust/K6 for load; tc/netem or toxiproxy for latency/loss simulation.</a:t>
          </a:r>
          <a:endParaRPr lang="en-US"/>
        </a:p>
      </dgm:t>
    </dgm:pt>
    <dgm:pt modelId="{17DE07B5-D73C-482F-9F86-6F4BA0104F5D}" type="parTrans" cxnId="{746E4C74-C47C-48AF-B90C-A3D026821EF3}">
      <dgm:prSet/>
      <dgm:spPr/>
      <dgm:t>
        <a:bodyPr/>
        <a:lstStyle/>
        <a:p>
          <a:endParaRPr lang="en-US"/>
        </a:p>
      </dgm:t>
    </dgm:pt>
    <dgm:pt modelId="{75A13213-BDBD-4619-AACB-678456048342}" type="sibTrans" cxnId="{746E4C74-C47C-48AF-B90C-A3D026821EF3}">
      <dgm:prSet/>
      <dgm:spPr/>
      <dgm:t>
        <a:bodyPr/>
        <a:lstStyle/>
        <a:p>
          <a:endParaRPr lang="en-US"/>
        </a:p>
      </dgm:t>
    </dgm:pt>
    <dgm:pt modelId="{839EF511-AC50-4C85-B6F6-F89E2E7F42DE}">
      <dgm:prSet/>
      <dgm:spPr/>
      <dgm:t>
        <a:bodyPr/>
        <a:lstStyle/>
        <a:p>
          <a:r>
            <a:rPr lang="en-GB" b="0" i="0" baseline="0"/>
            <a:t>Maps: OSM tiles for visuals or custom SVG; in-app static graph JSON.</a:t>
          </a:r>
          <a:endParaRPr lang="en-US"/>
        </a:p>
      </dgm:t>
    </dgm:pt>
    <dgm:pt modelId="{039EA013-3D6F-4F26-B124-8D128682BD9C}" type="parTrans" cxnId="{FCA94AEE-ED0F-49B8-A331-C0C9AF03DE31}">
      <dgm:prSet/>
      <dgm:spPr/>
      <dgm:t>
        <a:bodyPr/>
        <a:lstStyle/>
        <a:p>
          <a:endParaRPr lang="en-US"/>
        </a:p>
      </dgm:t>
    </dgm:pt>
    <dgm:pt modelId="{2398697E-B4A2-49C9-8E04-F5CF5845E3B0}" type="sibTrans" cxnId="{FCA94AEE-ED0F-49B8-A331-C0C9AF03DE31}">
      <dgm:prSet/>
      <dgm:spPr/>
      <dgm:t>
        <a:bodyPr/>
        <a:lstStyle/>
        <a:p>
          <a:endParaRPr lang="en-US"/>
        </a:p>
      </dgm:t>
    </dgm:pt>
    <dgm:pt modelId="{2A51DCED-FD1A-44E1-96D8-2D71F57D334F}">
      <dgm:prSet/>
      <dgm:spPr/>
      <dgm:t>
        <a:bodyPr/>
        <a:lstStyle/>
        <a:p>
          <a:r>
            <a:rPr lang="en-US" b="0" i="0" baseline="0"/>
            <a:t>Docs: Markdown; draw.io diagram; OpenAPI/Swagger.</a:t>
          </a:r>
          <a:endParaRPr lang="en-US"/>
        </a:p>
      </dgm:t>
    </dgm:pt>
    <dgm:pt modelId="{6E05B4F3-CB8C-401F-B5F4-819B0274EAAB}" type="parTrans" cxnId="{87B6F96D-E3F5-4AF1-AD9E-D9B63477221C}">
      <dgm:prSet/>
      <dgm:spPr/>
      <dgm:t>
        <a:bodyPr/>
        <a:lstStyle/>
        <a:p>
          <a:endParaRPr lang="en-US"/>
        </a:p>
      </dgm:t>
    </dgm:pt>
    <dgm:pt modelId="{5091A09F-3E1C-427F-9F7D-378FC2440678}" type="sibTrans" cxnId="{87B6F96D-E3F5-4AF1-AD9E-D9B63477221C}">
      <dgm:prSet/>
      <dgm:spPr/>
      <dgm:t>
        <a:bodyPr/>
        <a:lstStyle/>
        <a:p>
          <a:endParaRPr lang="en-US"/>
        </a:p>
      </dgm:t>
    </dgm:pt>
    <dgm:pt modelId="{53EF7A12-2E3A-4C43-B52F-8A634AF88703}" type="pres">
      <dgm:prSet presAssocID="{739D6FFC-79CE-4424-9336-F1E5DFF3C015}" presName="linear" presStyleCnt="0">
        <dgm:presLayoutVars>
          <dgm:animLvl val="lvl"/>
          <dgm:resizeHandles val="exact"/>
        </dgm:presLayoutVars>
      </dgm:prSet>
      <dgm:spPr/>
    </dgm:pt>
    <dgm:pt modelId="{CEFB8B07-98F8-4558-85F3-9A1F8087E2D1}" type="pres">
      <dgm:prSet presAssocID="{2B0F4A26-84E5-4F43-8697-CE4A2D41320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7F20DCE-39F3-44D2-B131-8ED9D507921F}" type="pres">
      <dgm:prSet presAssocID="{50FE6D1B-32D3-467B-92C8-517C86DB9869}" presName="spacer" presStyleCnt="0"/>
      <dgm:spPr/>
    </dgm:pt>
    <dgm:pt modelId="{6A56464C-C111-4592-B388-0CAFCB5CC411}" type="pres">
      <dgm:prSet presAssocID="{DDEE934D-6571-4814-A81F-77620B44E8B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4AA937B-78A7-439F-A1CA-E497CDE49F92}" type="pres">
      <dgm:prSet presAssocID="{CA955CD2-D132-4561-932E-68EE6128CB3B}" presName="spacer" presStyleCnt="0"/>
      <dgm:spPr/>
    </dgm:pt>
    <dgm:pt modelId="{12143972-FBDD-4AB3-8A4A-A78B2D1CB2E9}" type="pres">
      <dgm:prSet presAssocID="{F2332317-DBEA-485D-AF02-45A2297960B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7836C3D-D5F4-4DC0-9BD3-94B7783D8315}" type="pres">
      <dgm:prSet presAssocID="{2BE393D7-93F9-4188-BB12-A168824719C2}" presName="spacer" presStyleCnt="0"/>
      <dgm:spPr/>
    </dgm:pt>
    <dgm:pt modelId="{3381400D-000E-4351-B770-9E485D81439E}" type="pres">
      <dgm:prSet presAssocID="{95A192C0-1429-4038-BA36-C2B42D03420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C662E1A-9790-42FC-9259-08BFCD5118D6}" type="pres">
      <dgm:prSet presAssocID="{75A13213-BDBD-4619-AACB-678456048342}" presName="spacer" presStyleCnt="0"/>
      <dgm:spPr/>
    </dgm:pt>
    <dgm:pt modelId="{544236C0-1113-431D-ADBF-24971A5D0AD2}" type="pres">
      <dgm:prSet presAssocID="{839EF511-AC50-4C85-B6F6-F89E2E7F42D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EA4F733-ECEF-4D58-B4DE-83E385766221}" type="pres">
      <dgm:prSet presAssocID="{2398697E-B4A2-49C9-8E04-F5CF5845E3B0}" presName="spacer" presStyleCnt="0"/>
      <dgm:spPr/>
    </dgm:pt>
    <dgm:pt modelId="{BC28C1EE-8447-46D1-AF8E-9549EDE44327}" type="pres">
      <dgm:prSet presAssocID="{2A51DCED-FD1A-44E1-96D8-2D71F57D334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358A810-2875-4ECD-AB41-44C2265D52E4}" type="presOf" srcId="{95A192C0-1429-4038-BA36-C2B42D034205}" destId="{3381400D-000E-4351-B770-9E485D81439E}" srcOrd="0" destOrd="0" presId="urn:microsoft.com/office/officeart/2005/8/layout/vList2"/>
    <dgm:cxn modelId="{87B6F96D-E3F5-4AF1-AD9E-D9B63477221C}" srcId="{739D6FFC-79CE-4424-9336-F1E5DFF3C015}" destId="{2A51DCED-FD1A-44E1-96D8-2D71F57D334F}" srcOrd="5" destOrd="0" parTransId="{6E05B4F3-CB8C-401F-B5F4-819B0274EAAB}" sibTransId="{5091A09F-3E1C-427F-9F7D-378FC2440678}"/>
    <dgm:cxn modelId="{746E4C74-C47C-48AF-B90C-A3D026821EF3}" srcId="{739D6FFC-79CE-4424-9336-F1E5DFF3C015}" destId="{95A192C0-1429-4038-BA36-C2B42D034205}" srcOrd="3" destOrd="0" parTransId="{17DE07B5-D73C-482F-9F86-6F4BA0104F5D}" sibTransId="{75A13213-BDBD-4619-AACB-678456048342}"/>
    <dgm:cxn modelId="{FDAE4455-3A98-40CA-A9D6-ACFA1F1C134E}" type="presOf" srcId="{DDEE934D-6571-4814-A81F-77620B44E8B9}" destId="{6A56464C-C111-4592-B388-0CAFCB5CC411}" srcOrd="0" destOrd="0" presId="urn:microsoft.com/office/officeart/2005/8/layout/vList2"/>
    <dgm:cxn modelId="{2235A957-2184-44E8-9AD0-7A6F79A17EB2}" type="presOf" srcId="{F2332317-DBEA-485D-AF02-45A2297960BF}" destId="{12143972-FBDD-4AB3-8A4A-A78B2D1CB2E9}" srcOrd="0" destOrd="0" presId="urn:microsoft.com/office/officeart/2005/8/layout/vList2"/>
    <dgm:cxn modelId="{8B3D4684-F70D-4377-A6D8-7A5571FC7A91}" type="presOf" srcId="{839EF511-AC50-4C85-B6F6-F89E2E7F42DE}" destId="{544236C0-1113-431D-ADBF-24971A5D0AD2}" srcOrd="0" destOrd="0" presId="urn:microsoft.com/office/officeart/2005/8/layout/vList2"/>
    <dgm:cxn modelId="{AEF035A2-3A20-48E2-9F69-D172D9D693DD}" srcId="{739D6FFC-79CE-4424-9336-F1E5DFF3C015}" destId="{DDEE934D-6571-4814-A81F-77620B44E8B9}" srcOrd="1" destOrd="0" parTransId="{4A74358A-77A9-411F-8D04-BCE4085136B0}" sibTransId="{CA955CD2-D132-4561-932E-68EE6128CB3B}"/>
    <dgm:cxn modelId="{1184CBA6-8B43-4C4B-89B0-67F75A04D60A}" srcId="{739D6FFC-79CE-4424-9336-F1E5DFF3C015}" destId="{2B0F4A26-84E5-4F43-8697-CE4A2D413202}" srcOrd="0" destOrd="0" parTransId="{F3C1E052-6755-4E89-9D66-ECD2FE0A152C}" sibTransId="{50FE6D1B-32D3-467B-92C8-517C86DB9869}"/>
    <dgm:cxn modelId="{449196C1-8D0E-46EA-B0A2-8E2FE3511CC6}" type="presOf" srcId="{2A51DCED-FD1A-44E1-96D8-2D71F57D334F}" destId="{BC28C1EE-8447-46D1-AF8E-9549EDE44327}" srcOrd="0" destOrd="0" presId="urn:microsoft.com/office/officeart/2005/8/layout/vList2"/>
    <dgm:cxn modelId="{D7F154CE-1CB8-43C7-AD59-A2896494F042}" srcId="{739D6FFC-79CE-4424-9336-F1E5DFF3C015}" destId="{F2332317-DBEA-485D-AF02-45A2297960BF}" srcOrd="2" destOrd="0" parTransId="{61E93DB5-41EE-43D9-A197-2625F02806DD}" sibTransId="{2BE393D7-93F9-4188-BB12-A168824719C2}"/>
    <dgm:cxn modelId="{54C59ECE-5940-4FEC-8395-0CF3614E5B41}" type="presOf" srcId="{2B0F4A26-84E5-4F43-8697-CE4A2D413202}" destId="{CEFB8B07-98F8-4558-85F3-9A1F8087E2D1}" srcOrd="0" destOrd="0" presId="urn:microsoft.com/office/officeart/2005/8/layout/vList2"/>
    <dgm:cxn modelId="{A90699D6-084B-44AE-8BE2-818F23A3246D}" type="presOf" srcId="{739D6FFC-79CE-4424-9336-F1E5DFF3C015}" destId="{53EF7A12-2E3A-4C43-B52F-8A634AF88703}" srcOrd="0" destOrd="0" presId="urn:microsoft.com/office/officeart/2005/8/layout/vList2"/>
    <dgm:cxn modelId="{FCA94AEE-ED0F-49B8-A331-C0C9AF03DE31}" srcId="{739D6FFC-79CE-4424-9336-F1E5DFF3C015}" destId="{839EF511-AC50-4C85-B6F6-F89E2E7F42DE}" srcOrd="4" destOrd="0" parTransId="{039EA013-3D6F-4F26-B124-8D128682BD9C}" sibTransId="{2398697E-B4A2-49C9-8E04-F5CF5845E3B0}"/>
    <dgm:cxn modelId="{E59AA440-68F0-4898-8782-257D161C2AC4}" type="presParOf" srcId="{53EF7A12-2E3A-4C43-B52F-8A634AF88703}" destId="{CEFB8B07-98F8-4558-85F3-9A1F8087E2D1}" srcOrd="0" destOrd="0" presId="urn:microsoft.com/office/officeart/2005/8/layout/vList2"/>
    <dgm:cxn modelId="{BE41ABC1-D89A-4ADB-9BD8-CA552CBB8F9D}" type="presParOf" srcId="{53EF7A12-2E3A-4C43-B52F-8A634AF88703}" destId="{F7F20DCE-39F3-44D2-B131-8ED9D507921F}" srcOrd="1" destOrd="0" presId="urn:microsoft.com/office/officeart/2005/8/layout/vList2"/>
    <dgm:cxn modelId="{C577F2EB-127F-4FCC-B1EB-70C82D6EAC8D}" type="presParOf" srcId="{53EF7A12-2E3A-4C43-B52F-8A634AF88703}" destId="{6A56464C-C111-4592-B388-0CAFCB5CC411}" srcOrd="2" destOrd="0" presId="urn:microsoft.com/office/officeart/2005/8/layout/vList2"/>
    <dgm:cxn modelId="{1E731789-6AF9-4BE5-9955-DCD8BFC166A3}" type="presParOf" srcId="{53EF7A12-2E3A-4C43-B52F-8A634AF88703}" destId="{14AA937B-78A7-439F-A1CA-E497CDE49F92}" srcOrd="3" destOrd="0" presId="urn:microsoft.com/office/officeart/2005/8/layout/vList2"/>
    <dgm:cxn modelId="{8BC90A81-3C48-4FDD-BC42-B800F2D5D1ED}" type="presParOf" srcId="{53EF7A12-2E3A-4C43-B52F-8A634AF88703}" destId="{12143972-FBDD-4AB3-8A4A-A78B2D1CB2E9}" srcOrd="4" destOrd="0" presId="urn:microsoft.com/office/officeart/2005/8/layout/vList2"/>
    <dgm:cxn modelId="{344842B7-BDDC-4662-B2F1-771E439C07DE}" type="presParOf" srcId="{53EF7A12-2E3A-4C43-B52F-8A634AF88703}" destId="{57836C3D-D5F4-4DC0-9BD3-94B7783D8315}" srcOrd="5" destOrd="0" presId="urn:microsoft.com/office/officeart/2005/8/layout/vList2"/>
    <dgm:cxn modelId="{1CADFCF6-3F13-4A7C-AD30-D468FF66A65E}" type="presParOf" srcId="{53EF7A12-2E3A-4C43-B52F-8A634AF88703}" destId="{3381400D-000E-4351-B770-9E485D81439E}" srcOrd="6" destOrd="0" presId="urn:microsoft.com/office/officeart/2005/8/layout/vList2"/>
    <dgm:cxn modelId="{157EC7ED-884F-43A3-83DB-EC1DF3928AB8}" type="presParOf" srcId="{53EF7A12-2E3A-4C43-B52F-8A634AF88703}" destId="{1C662E1A-9790-42FC-9259-08BFCD5118D6}" srcOrd="7" destOrd="0" presId="urn:microsoft.com/office/officeart/2005/8/layout/vList2"/>
    <dgm:cxn modelId="{2FC156CF-F76D-4FF3-9979-1EF246ACC89A}" type="presParOf" srcId="{53EF7A12-2E3A-4C43-B52F-8A634AF88703}" destId="{544236C0-1113-431D-ADBF-24971A5D0AD2}" srcOrd="8" destOrd="0" presId="urn:microsoft.com/office/officeart/2005/8/layout/vList2"/>
    <dgm:cxn modelId="{A7C99275-12BE-46D8-99D0-ADF7B9D16669}" type="presParOf" srcId="{53EF7A12-2E3A-4C43-B52F-8A634AF88703}" destId="{4EA4F733-ECEF-4D58-B4DE-83E385766221}" srcOrd="9" destOrd="0" presId="urn:microsoft.com/office/officeart/2005/8/layout/vList2"/>
    <dgm:cxn modelId="{EEC54FAD-C2C4-4D3F-9C16-EB0D52A5A313}" type="presParOf" srcId="{53EF7A12-2E3A-4C43-B52F-8A634AF88703}" destId="{BC28C1EE-8447-46D1-AF8E-9549EDE4432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6839742-60B8-4C85-9035-258B0AB7FC29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38C2247-1F5A-4A2E-A947-AD9415CFE338}">
      <dgm:prSet/>
      <dgm:spPr/>
      <dgm:t>
        <a:bodyPr/>
        <a:lstStyle/>
        <a:p>
          <a:r>
            <a:rPr lang="en-US"/>
            <a:t>Use</a:t>
          </a:r>
        </a:p>
      </dgm:t>
    </dgm:pt>
    <dgm:pt modelId="{29A5EF6C-AEAF-4E3D-B83A-F6CDD6FF6CE3}" type="parTrans" cxnId="{0084960A-4543-4C5B-9B0A-C50468465774}">
      <dgm:prSet/>
      <dgm:spPr/>
      <dgm:t>
        <a:bodyPr/>
        <a:lstStyle/>
        <a:p>
          <a:endParaRPr lang="en-US"/>
        </a:p>
      </dgm:t>
    </dgm:pt>
    <dgm:pt modelId="{334D08C0-F355-4B65-94C7-851A81715B5E}" type="sibTrans" cxnId="{0084960A-4543-4C5B-9B0A-C50468465774}">
      <dgm:prSet/>
      <dgm:spPr/>
      <dgm:t>
        <a:bodyPr/>
        <a:lstStyle/>
        <a:p>
          <a:endParaRPr lang="en-US"/>
        </a:p>
      </dgm:t>
    </dgm:pt>
    <dgm:pt modelId="{B0AFD6C1-09F0-4E7A-9780-631338DDE0BC}">
      <dgm:prSet/>
      <dgm:spPr/>
      <dgm:t>
        <a:bodyPr/>
        <a:lstStyle/>
        <a:p>
          <a:r>
            <a:rPr lang="en-US"/>
            <a:t>Use synthetic/anonymized data ONLY; no real faces/PII in the student project.</a:t>
          </a:r>
        </a:p>
      </dgm:t>
    </dgm:pt>
    <dgm:pt modelId="{C8582CF7-E1CF-4525-9C8D-DDE1029282D7}" type="parTrans" cxnId="{07566933-B66B-493C-A518-0C03B6A77A0D}">
      <dgm:prSet/>
      <dgm:spPr/>
      <dgm:t>
        <a:bodyPr/>
        <a:lstStyle/>
        <a:p>
          <a:endParaRPr lang="en-US"/>
        </a:p>
      </dgm:t>
    </dgm:pt>
    <dgm:pt modelId="{DA5BD8CB-5169-4467-B699-649DB6B131BC}" type="sibTrans" cxnId="{07566933-B66B-493C-A518-0C03B6A77A0D}">
      <dgm:prSet/>
      <dgm:spPr/>
      <dgm:t>
        <a:bodyPr/>
        <a:lstStyle/>
        <a:p>
          <a:endParaRPr lang="en-US"/>
        </a:p>
      </dgm:t>
    </dgm:pt>
    <dgm:pt modelId="{B7CF4F96-1C9A-4223-A7DE-B786B4D9455B}">
      <dgm:prSet/>
      <dgm:spPr/>
      <dgm:t>
        <a:bodyPr/>
        <a:lstStyle/>
        <a:p>
          <a:r>
            <a:rPr lang="en-US"/>
            <a:t>Audit</a:t>
          </a:r>
        </a:p>
      </dgm:t>
    </dgm:pt>
    <dgm:pt modelId="{F7A1E4BF-9DED-4D14-85DA-EDA3D04E8F18}" type="parTrans" cxnId="{AB550F70-12FC-4A6B-9808-3A39E75D1A38}">
      <dgm:prSet/>
      <dgm:spPr/>
      <dgm:t>
        <a:bodyPr/>
        <a:lstStyle/>
        <a:p>
          <a:endParaRPr lang="en-US"/>
        </a:p>
      </dgm:t>
    </dgm:pt>
    <dgm:pt modelId="{53151668-44E8-4A37-839D-24B25C0DEDE5}" type="sibTrans" cxnId="{AB550F70-12FC-4A6B-9808-3A39E75D1A38}">
      <dgm:prSet/>
      <dgm:spPr/>
      <dgm:t>
        <a:bodyPr/>
        <a:lstStyle/>
        <a:p>
          <a:endParaRPr lang="en-US"/>
        </a:p>
      </dgm:t>
    </dgm:pt>
    <dgm:pt modelId="{2F822E2B-F00C-4650-B225-F20DC3C2DDFA}">
      <dgm:prSet/>
      <dgm:spPr/>
      <dgm:t>
        <a:bodyPr/>
        <a:lstStyle/>
        <a:p>
          <a:r>
            <a:rPr lang="en-US"/>
            <a:t>RBAC: roles for Security, Cleaning, Emergency; audit trail for actions.</a:t>
          </a:r>
        </a:p>
      </dgm:t>
    </dgm:pt>
    <dgm:pt modelId="{314D8CDB-9672-4077-B039-D614EF6CA359}" type="parTrans" cxnId="{09D8DA58-A735-468E-B8D2-86CB2B0FCF14}">
      <dgm:prSet/>
      <dgm:spPr/>
      <dgm:t>
        <a:bodyPr/>
        <a:lstStyle/>
        <a:p>
          <a:endParaRPr lang="en-US"/>
        </a:p>
      </dgm:t>
    </dgm:pt>
    <dgm:pt modelId="{80946AD4-6F2D-423E-B60F-0B4EF02F30AC}" type="sibTrans" cxnId="{09D8DA58-A735-468E-B8D2-86CB2B0FCF14}">
      <dgm:prSet/>
      <dgm:spPr/>
      <dgm:t>
        <a:bodyPr/>
        <a:lstStyle/>
        <a:p>
          <a:endParaRPr lang="en-US"/>
        </a:p>
      </dgm:t>
    </dgm:pt>
    <dgm:pt modelId="{3CD5B615-5E47-4FD7-9B05-0BA882449C12}">
      <dgm:prSet/>
      <dgm:spPr/>
      <dgm:t>
        <a:bodyPr/>
        <a:lstStyle/>
        <a:p>
          <a:r>
            <a:rPr lang="en-US"/>
            <a:t>Transport</a:t>
          </a:r>
        </a:p>
      </dgm:t>
    </dgm:pt>
    <dgm:pt modelId="{848BC873-18FF-4148-85D5-EB1CD2436C89}" type="parTrans" cxnId="{29D6D42F-4D25-4427-8F21-8E5EDB9F1977}">
      <dgm:prSet/>
      <dgm:spPr/>
      <dgm:t>
        <a:bodyPr/>
        <a:lstStyle/>
        <a:p>
          <a:endParaRPr lang="en-US"/>
        </a:p>
      </dgm:t>
    </dgm:pt>
    <dgm:pt modelId="{D960C47C-1EDB-4865-9AEB-E7BCA6356D8A}" type="sibTrans" cxnId="{29D6D42F-4D25-4427-8F21-8E5EDB9F1977}">
      <dgm:prSet/>
      <dgm:spPr/>
      <dgm:t>
        <a:bodyPr/>
        <a:lstStyle/>
        <a:p>
          <a:endParaRPr lang="en-US"/>
        </a:p>
      </dgm:t>
    </dgm:pt>
    <dgm:pt modelId="{6CCA6A9B-A7CA-4D6F-85F2-EE385277A5C4}">
      <dgm:prSet/>
      <dgm:spPr/>
      <dgm:t>
        <a:bodyPr/>
        <a:lstStyle/>
        <a:p>
          <a:r>
            <a:rPr lang="en-US"/>
            <a:t>Transport security (HTTPS/WSS) where practical; sanitize inputs; rate-limit endpoints.</a:t>
          </a:r>
        </a:p>
      </dgm:t>
    </dgm:pt>
    <dgm:pt modelId="{9259B5B8-0396-4E1A-8323-3AEDE3A24CDD}" type="parTrans" cxnId="{0B210D03-6AE3-4ED2-A7BB-662488B252DC}">
      <dgm:prSet/>
      <dgm:spPr/>
      <dgm:t>
        <a:bodyPr/>
        <a:lstStyle/>
        <a:p>
          <a:endParaRPr lang="en-US"/>
        </a:p>
      </dgm:t>
    </dgm:pt>
    <dgm:pt modelId="{909F8E7B-66D4-466E-A959-46C44BAFACCC}" type="sibTrans" cxnId="{0B210D03-6AE3-4ED2-A7BB-662488B252DC}">
      <dgm:prSet/>
      <dgm:spPr/>
      <dgm:t>
        <a:bodyPr/>
        <a:lstStyle/>
        <a:p>
          <a:endParaRPr lang="en-US"/>
        </a:p>
      </dgm:t>
    </dgm:pt>
    <dgm:pt modelId="{FA3D5888-1AFA-49AF-9703-9FA92F279E19}">
      <dgm:prSet/>
      <dgm:spPr/>
      <dgm:t>
        <a:bodyPr/>
        <a:lstStyle/>
        <a:p>
          <a:r>
            <a:rPr lang="en-US"/>
            <a:t>Scope</a:t>
          </a:r>
        </a:p>
      </dgm:t>
    </dgm:pt>
    <dgm:pt modelId="{A198837E-B2C1-405E-BB71-71B9E3144B0A}" type="parTrans" cxnId="{878EE1A7-9320-4FC2-8A66-8E7BFCB92ACF}">
      <dgm:prSet/>
      <dgm:spPr/>
      <dgm:t>
        <a:bodyPr/>
        <a:lstStyle/>
        <a:p>
          <a:endParaRPr lang="en-US"/>
        </a:p>
      </dgm:t>
    </dgm:pt>
    <dgm:pt modelId="{73CC0CCD-D7EF-4565-B5E2-DF757664FF83}" type="sibTrans" cxnId="{878EE1A7-9320-4FC2-8A66-8E7BFCB92ACF}">
      <dgm:prSet/>
      <dgm:spPr/>
      <dgm:t>
        <a:bodyPr/>
        <a:lstStyle/>
        <a:p>
          <a:endParaRPr lang="en-US"/>
        </a:p>
      </dgm:t>
    </dgm:pt>
    <dgm:pt modelId="{D115B308-0EAA-4871-9604-B3754369B285}">
      <dgm:prSet/>
      <dgm:spPr/>
      <dgm:t>
        <a:bodyPr/>
        <a:lstStyle/>
        <a:p>
          <a:r>
            <a:rPr lang="en-US"/>
            <a:t>Clear scope: operational insights only; no permanent storage of sensitive data.</a:t>
          </a:r>
        </a:p>
      </dgm:t>
    </dgm:pt>
    <dgm:pt modelId="{BF2F8D8E-8D32-4D97-A9FC-6B9F53DEAC10}" type="parTrans" cxnId="{3914F910-4491-4A45-8785-A48FE4EDCDD4}">
      <dgm:prSet/>
      <dgm:spPr/>
      <dgm:t>
        <a:bodyPr/>
        <a:lstStyle/>
        <a:p>
          <a:endParaRPr lang="en-US"/>
        </a:p>
      </dgm:t>
    </dgm:pt>
    <dgm:pt modelId="{76D10F45-8AB3-452E-834C-24F84A369AD3}" type="sibTrans" cxnId="{3914F910-4491-4A45-8785-A48FE4EDCDD4}">
      <dgm:prSet/>
      <dgm:spPr/>
      <dgm:t>
        <a:bodyPr/>
        <a:lstStyle/>
        <a:p>
          <a:endParaRPr lang="en-US"/>
        </a:p>
      </dgm:t>
    </dgm:pt>
    <dgm:pt modelId="{01081167-0EEA-488F-996F-4352ECD35205}" type="pres">
      <dgm:prSet presAssocID="{46839742-60B8-4C85-9035-258B0AB7FC29}" presName="Name0" presStyleCnt="0">
        <dgm:presLayoutVars>
          <dgm:dir/>
          <dgm:animLvl val="lvl"/>
          <dgm:resizeHandles val="exact"/>
        </dgm:presLayoutVars>
      </dgm:prSet>
      <dgm:spPr/>
    </dgm:pt>
    <dgm:pt modelId="{775936EB-5636-4079-8033-F2389E77C787}" type="pres">
      <dgm:prSet presAssocID="{B38C2247-1F5A-4A2E-A947-AD9415CFE338}" presName="linNode" presStyleCnt="0"/>
      <dgm:spPr/>
    </dgm:pt>
    <dgm:pt modelId="{74F07779-BBBA-4345-95A9-A4C0CA655FFF}" type="pres">
      <dgm:prSet presAssocID="{B38C2247-1F5A-4A2E-A947-AD9415CFE338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29B48EC4-1E78-48DA-B9A8-AFB71D02A83C}" type="pres">
      <dgm:prSet presAssocID="{B38C2247-1F5A-4A2E-A947-AD9415CFE338}" presName="descendantText" presStyleLbl="alignNode1" presStyleIdx="0" presStyleCnt="4">
        <dgm:presLayoutVars>
          <dgm:bulletEnabled/>
        </dgm:presLayoutVars>
      </dgm:prSet>
      <dgm:spPr/>
    </dgm:pt>
    <dgm:pt modelId="{1A4CC243-BE6A-43AD-BFB9-0ED67252AF36}" type="pres">
      <dgm:prSet presAssocID="{334D08C0-F355-4B65-94C7-851A81715B5E}" presName="sp" presStyleCnt="0"/>
      <dgm:spPr/>
    </dgm:pt>
    <dgm:pt modelId="{A70A9034-5A11-4CEB-88FD-AEA850491268}" type="pres">
      <dgm:prSet presAssocID="{B7CF4F96-1C9A-4223-A7DE-B786B4D9455B}" presName="linNode" presStyleCnt="0"/>
      <dgm:spPr/>
    </dgm:pt>
    <dgm:pt modelId="{71DA4A5C-725B-4A7E-A824-3D9BDFB09F3E}" type="pres">
      <dgm:prSet presAssocID="{B7CF4F96-1C9A-4223-A7DE-B786B4D9455B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D266F836-2DF8-4D52-BB80-E1AA3DCD4031}" type="pres">
      <dgm:prSet presAssocID="{B7CF4F96-1C9A-4223-A7DE-B786B4D9455B}" presName="descendantText" presStyleLbl="alignNode1" presStyleIdx="1" presStyleCnt="4">
        <dgm:presLayoutVars>
          <dgm:bulletEnabled/>
        </dgm:presLayoutVars>
      </dgm:prSet>
      <dgm:spPr/>
    </dgm:pt>
    <dgm:pt modelId="{001F3D10-4388-4DD5-840E-F15B08125916}" type="pres">
      <dgm:prSet presAssocID="{53151668-44E8-4A37-839D-24B25C0DEDE5}" presName="sp" presStyleCnt="0"/>
      <dgm:spPr/>
    </dgm:pt>
    <dgm:pt modelId="{6F780251-9DCA-434A-A032-FD8211CD5C35}" type="pres">
      <dgm:prSet presAssocID="{3CD5B615-5E47-4FD7-9B05-0BA882449C12}" presName="linNode" presStyleCnt="0"/>
      <dgm:spPr/>
    </dgm:pt>
    <dgm:pt modelId="{10B6E86D-C7FA-44FA-8B2D-92AB5E386704}" type="pres">
      <dgm:prSet presAssocID="{3CD5B615-5E47-4FD7-9B05-0BA882449C12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FD9096B6-B485-407F-A0C4-4631264CF170}" type="pres">
      <dgm:prSet presAssocID="{3CD5B615-5E47-4FD7-9B05-0BA882449C12}" presName="descendantText" presStyleLbl="alignNode1" presStyleIdx="2" presStyleCnt="4">
        <dgm:presLayoutVars>
          <dgm:bulletEnabled/>
        </dgm:presLayoutVars>
      </dgm:prSet>
      <dgm:spPr/>
    </dgm:pt>
    <dgm:pt modelId="{639F9016-5C71-429B-A403-5F85D3BA7DA1}" type="pres">
      <dgm:prSet presAssocID="{D960C47C-1EDB-4865-9AEB-E7BCA6356D8A}" presName="sp" presStyleCnt="0"/>
      <dgm:spPr/>
    </dgm:pt>
    <dgm:pt modelId="{D443D4B3-F5E7-4DBB-A670-9DB82BB9365A}" type="pres">
      <dgm:prSet presAssocID="{FA3D5888-1AFA-49AF-9703-9FA92F279E19}" presName="linNode" presStyleCnt="0"/>
      <dgm:spPr/>
    </dgm:pt>
    <dgm:pt modelId="{0891AE2C-CF22-4D60-B10E-C9BABA6A89B8}" type="pres">
      <dgm:prSet presAssocID="{FA3D5888-1AFA-49AF-9703-9FA92F279E19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87596CEF-DD29-4AE2-859B-F9C98BF94609}" type="pres">
      <dgm:prSet presAssocID="{FA3D5888-1AFA-49AF-9703-9FA92F279E19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0B210D03-6AE3-4ED2-A7BB-662488B252DC}" srcId="{3CD5B615-5E47-4FD7-9B05-0BA882449C12}" destId="{6CCA6A9B-A7CA-4D6F-85F2-EE385277A5C4}" srcOrd="0" destOrd="0" parTransId="{9259B5B8-0396-4E1A-8323-3AEDE3A24CDD}" sibTransId="{909F8E7B-66D4-466E-A959-46C44BAFACCC}"/>
    <dgm:cxn modelId="{E91E1F03-AAA2-445A-A53D-415EF042BE4B}" type="presOf" srcId="{2F822E2B-F00C-4650-B225-F20DC3C2DDFA}" destId="{D266F836-2DF8-4D52-BB80-E1AA3DCD4031}" srcOrd="0" destOrd="0" presId="urn:microsoft.com/office/officeart/2016/7/layout/VerticalHollowActionList"/>
    <dgm:cxn modelId="{0084960A-4543-4C5B-9B0A-C50468465774}" srcId="{46839742-60B8-4C85-9035-258B0AB7FC29}" destId="{B38C2247-1F5A-4A2E-A947-AD9415CFE338}" srcOrd="0" destOrd="0" parTransId="{29A5EF6C-AEAF-4E3D-B83A-F6CDD6FF6CE3}" sibTransId="{334D08C0-F355-4B65-94C7-851A81715B5E}"/>
    <dgm:cxn modelId="{3914F910-4491-4A45-8785-A48FE4EDCDD4}" srcId="{FA3D5888-1AFA-49AF-9703-9FA92F279E19}" destId="{D115B308-0EAA-4871-9604-B3754369B285}" srcOrd="0" destOrd="0" parTransId="{BF2F8D8E-8D32-4D97-A9FC-6B9F53DEAC10}" sibTransId="{76D10F45-8AB3-452E-834C-24F84A369AD3}"/>
    <dgm:cxn modelId="{CB0C7718-F0AC-472D-8D84-79905C380F59}" type="presOf" srcId="{B0AFD6C1-09F0-4E7A-9780-631338DDE0BC}" destId="{29B48EC4-1E78-48DA-B9A8-AFB71D02A83C}" srcOrd="0" destOrd="0" presId="urn:microsoft.com/office/officeart/2016/7/layout/VerticalHollowActionList"/>
    <dgm:cxn modelId="{29D6D42F-4D25-4427-8F21-8E5EDB9F1977}" srcId="{46839742-60B8-4C85-9035-258B0AB7FC29}" destId="{3CD5B615-5E47-4FD7-9B05-0BA882449C12}" srcOrd="2" destOrd="0" parTransId="{848BC873-18FF-4148-85D5-EB1CD2436C89}" sibTransId="{D960C47C-1EDB-4865-9AEB-E7BCA6356D8A}"/>
    <dgm:cxn modelId="{07566933-B66B-493C-A518-0C03B6A77A0D}" srcId="{B38C2247-1F5A-4A2E-A947-AD9415CFE338}" destId="{B0AFD6C1-09F0-4E7A-9780-631338DDE0BC}" srcOrd="0" destOrd="0" parTransId="{C8582CF7-E1CF-4525-9C8D-DDE1029282D7}" sibTransId="{DA5BD8CB-5169-4467-B699-649DB6B131BC}"/>
    <dgm:cxn modelId="{63666345-4E35-4AB5-970C-CF273A61D7F2}" type="presOf" srcId="{6CCA6A9B-A7CA-4D6F-85F2-EE385277A5C4}" destId="{FD9096B6-B485-407F-A0C4-4631264CF170}" srcOrd="0" destOrd="0" presId="urn:microsoft.com/office/officeart/2016/7/layout/VerticalHollowActionList"/>
    <dgm:cxn modelId="{BA83F16F-FB72-413A-9F41-D1D64AF84AD0}" type="presOf" srcId="{B7CF4F96-1C9A-4223-A7DE-B786B4D9455B}" destId="{71DA4A5C-725B-4A7E-A824-3D9BDFB09F3E}" srcOrd="0" destOrd="0" presId="urn:microsoft.com/office/officeart/2016/7/layout/VerticalHollowActionList"/>
    <dgm:cxn modelId="{AB550F70-12FC-4A6B-9808-3A39E75D1A38}" srcId="{46839742-60B8-4C85-9035-258B0AB7FC29}" destId="{B7CF4F96-1C9A-4223-A7DE-B786B4D9455B}" srcOrd="1" destOrd="0" parTransId="{F7A1E4BF-9DED-4D14-85DA-EDA3D04E8F18}" sibTransId="{53151668-44E8-4A37-839D-24B25C0DEDE5}"/>
    <dgm:cxn modelId="{09D8DA58-A735-468E-B8D2-86CB2B0FCF14}" srcId="{B7CF4F96-1C9A-4223-A7DE-B786B4D9455B}" destId="{2F822E2B-F00C-4650-B225-F20DC3C2DDFA}" srcOrd="0" destOrd="0" parTransId="{314D8CDB-9672-4077-B039-D614EF6CA359}" sibTransId="{80946AD4-6F2D-423E-B60F-0B4EF02F30AC}"/>
    <dgm:cxn modelId="{DE7122A4-8C79-401F-8D23-0C6723136361}" type="presOf" srcId="{46839742-60B8-4C85-9035-258B0AB7FC29}" destId="{01081167-0EEA-488F-996F-4352ECD35205}" srcOrd="0" destOrd="0" presId="urn:microsoft.com/office/officeart/2016/7/layout/VerticalHollowActionList"/>
    <dgm:cxn modelId="{878EE1A7-9320-4FC2-8A66-8E7BFCB92ACF}" srcId="{46839742-60B8-4C85-9035-258B0AB7FC29}" destId="{FA3D5888-1AFA-49AF-9703-9FA92F279E19}" srcOrd="3" destOrd="0" parTransId="{A198837E-B2C1-405E-BB71-71B9E3144B0A}" sibTransId="{73CC0CCD-D7EF-4565-B5E2-DF757664FF83}"/>
    <dgm:cxn modelId="{A9CB31B7-AF90-44A3-87FD-E0F10575FBB8}" type="presOf" srcId="{B38C2247-1F5A-4A2E-A947-AD9415CFE338}" destId="{74F07779-BBBA-4345-95A9-A4C0CA655FFF}" srcOrd="0" destOrd="0" presId="urn:microsoft.com/office/officeart/2016/7/layout/VerticalHollowActionList"/>
    <dgm:cxn modelId="{EA8776BB-B43B-4C91-869F-B126D6A27D33}" type="presOf" srcId="{3CD5B615-5E47-4FD7-9B05-0BA882449C12}" destId="{10B6E86D-C7FA-44FA-8B2D-92AB5E386704}" srcOrd="0" destOrd="0" presId="urn:microsoft.com/office/officeart/2016/7/layout/VerticalHollowActionList"/>
    <dgm:cxn modelId="{08E4DBC6-B6C3-4E11-9216-53F9BA3E35F1}" type="presOf" srcId="{FA3D5888-1AFA-49AF-9703-9FA92F279E19}" destId="{0891AE2C-CF22-4D60-B10E-C9BABA6A89B8}" srcOrd="0" destOrd="0" presId="urn:microsoft.com/office/officeart/2016/7/layout/VerticalHollowActionList"/>
    <dgm:cxn modelId="{83CAD1E4-6937-40FB-A399-8486E4F189D6}" type="presOf" srcId="{D115B308-0EAA-4871-9604-B3754369B285}" destId="{87596CEF-DD29-4AE2-859B-F9C98BF94609}" srcOrd="0" destOrd="0" presId="urn:microsoft.com/office/officeart/2016/7/layout/VerticalHollowActionList"/>
    <dgm:cxn modelId="{A47CADDB-E9F3-425C-9528-1E51509B8D0E}" type="presParOf" srcId="{01081167-0EEA-488F-996F-4352ECD35205}" destId="{775936EB-5636-4079-8033-F2389E77C787}" srcOrd="0" destOrd="0" presId="urn:microsoft.com/office/officeart/2016/7/layout/VerticalHollowActionList"/>
    <dgm:cxn modelId="{62C4F361-8E17-46EF-9B71-610DFE04856D}" type="presParOf" srcId="{775936EB-5636-4079-8033-F2389E77C787}" destId="{74F07779-BBBA-4345-95A9-A4C0CA655FFF}" srcOrd="0" destOrd="0" presId="urn:microsoft.com/office/officeart/2016/7/layout/VerticalHollowActionList"/>
    <dgm:cxn modelId="{FAC4C4F4-732A-4DCA-99B5-EF6163754BC6}" type="presParOf" srcId="{775936EB-5636-4079-8033-F2389E77C787}" destId="{29B48EC4-1E78-48DA-B9A8-AFB71D02A83C}" srcOrd="1" destOrd="0" presId="urn:microsoft.com/office/officeart/2016/7/layout/VerticalHollowActionList"/>
    <dgm:cxn modelId="{2F8CE629-915F-488B-855B-1FA0D79D8EEF}" type="presParOf" srcId="{01081167-0EEA-488F-996F-4352ECD35205}" destId="{1A4CC243-BE6A-43AD-BFB9-0ED67252AF36}" srcOrd="1" destOrd="0" presId="urn:microsoft.com/office/officeart/2016/7/layout/VerticalHollowActionList"/>
    <dgm:cxn modelId="{180395AC-E11A-4AEA-8A58-8DB4B0EC036F}" type="presParOf" srcId="{01081167-0EEA-488F-996F-4352ECD35205}" destId="{A70A9034-5A11-4CEB-88FD-AEA850491268}" srcOrd="2" destOrd="0" presId="urn:microsoft.com/office/officeart/2016/7/layout/VerticalHollowActionList"/>
    <dgm:cxn modelId="{2CC12153-CD05-43A4-96C2-05409DAB78AD}" type="presParOf" srcId="{A70A9034-5A11-4CEB-88FD-AEA850491268}" destId="{71DA4A5C-725B-4A7E-A824-3D9BDFB09F3E}" srcOrd="0" destOrd="0" presId="urn:microsoft.com/office/officeart/2016/7/layout/VerticalHollowActionList"/>
    <dgm:cxn modelId="{6F541D0A-79CC-4F06-A98E-85EAD5233CA5}" type="presParOf" srcId="{A70A9034-5A11-4CEB-88FD-AEA850491268}" destId="{D266F836-2DF8-4D52-BB80-E1AA3DCD4031}" srcOrd="1" destOrd="0" presId="urn:microsoft.com/office/officeart/2016/7/layout/VerticalHollowActionList"/>
    <dgm:cxn modelId="{D32E1F97-E0F0-46B0-A28C-0ACC7539A275}" type="presParOf" srcId="{01081167-0EEA-488F-996F-4352ECD35205}" destId="{001F3D10-4388-4DD5-840E-F15B08125916}" srcOrd="3" destOrd="0" presId="urn:microsoft.com/office/officeart/2016/7/layout/VerticalHollowActionList"/>
    <dgm:cxn modelId="{3595090C-3A0F-4630-9FA0-6B8F2D9DA455}" type="presParOf" srcId="{01081167-0EEA-488F-996F-4352ECD35205}" destId="{6F780251-9DCA-434A-A032-FD8211CD5C35}" srcOrd="4" destOrd="0" presId="urn:microsoft.com/office/officeart/2016/7/layout/VerticalHollowActionList"/>
    <dgm:cxn modelId="{46A0F1EA-4A98-4A1B-BCC1-693FC0B226DA}" type="presParOf" srcId="{6F780251-9DCA-434A-A032-FD8211CD5C35}" destId="{10B6E86D-C7FA-44FA-8B2D-92AB5E386704}" srcOrd="0" destOrd="0" presId="urn:microsoft.com/office/officeart/2016/7/layout/VerticalHollowActionList"/>
    <dgm:cxn modelId="{97E3F329-4898-4199-B0B9-2871B4327356}" type="presParOf" srcId="{6F780251-9DCA-434A-A032-FD8211CD5C35}" destId="{FD9096B6-B485-407F-A0C4-4631264CF170}" srcOrd="1" destOrd="0" presId="urn:microsoft.com/office/officeart/2016/7/layout/VerticalHollowActionList"/>
    <dgm:cxn modelId="{E51885A5-16D1-46EB-8FBE-9414B7FF6269}" type="presParOf" srcId="{01081167-0EEA-488F-996F-4352ECD35205}" destId="{639F9016-5C71-429B-A403-5F85D3BA7DA1}" srcOrd="5" destOrd="0" presId="urn:microsoft.com/office/officeart/2016/7/layout/VerticalHollowActionList"/>
    <dgm:cxn modelId="{0B3AB3C0-573F-4C71-AE76-A0C5C66E9420}" type="presParOf" srcId="{01081167-0EEA-488F-996F-4352ECD35205}" destId="{D443D4B3-F5E7-4DBB-A670-9DB82BB9365A}" srcOrd="6" destOrd="0" presId="urn:microsoft.com/office/officeart/2016/7/layout/VerticalHollowActionList"/>
    <dgm:cxn modelId="{E74BB1D4-CF63-463B-96AA-20F506DE75F0}" type="presParOf" srcId="{D443D4B3-F5E7-4DBB-A670-9DB82BB9365A}" destId="{0891AE2C-CF22-4D60-B10E-C9BABA6A89B8}" srcOrd="0" destOrd="0" presId="urn:microsoft.com/office/officeart/2016/7/layout/VerticalHollowActionList"/>
    <dgm:cxn modelId="{A67D8792-C0AD-4607-BF74-9F3CA5B44E9A}" type="presParOf" srcId="{D443D4B3-F5E7-4DBB-A670-9DB82BB9365A}" destId="{87596CEF-DD29-4AE2-859B-F9C98BF94609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18DC04A-0A8E-451D-8C80-8D8B716653A2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C0F164-9962-44C9-A704-21A6CEE04090}">
      <dgm:prSet/>
      <dgm:spPr/>
      <dgm:t>
        <a:bodyPr/>
        <a:lstStyle/>
        <a:p>
          <a:r>
            <a:rPr lang="en-GB"/>
            <a:t>Finalize MVP scope/backlog aligned with Semester 1 MS1–MS3 calendar.</a:t>
          </a:r>
          <a:endParaRPr lang="en-US"/>
        </a:p>
      </dgm:t>
    </dgm:pt>
    <dgm:pt modelId="{CCEA6BB0-A635-4F6B-9CAA-8CAD99680679}" type="parTrans" cxnId="{A42DE348-8367-45D9-A723-83A56652D510}">
      <dgm:prSet/>
      <dgm:spPr/>
      <dgm:t>
        <a:bodyPr/>
        <a:lstStyle/>
        <a:p>
          <a:endParaRPr lang="en-US"/>
        </a:p>
      </dgm:t>
    </dgm:pt>
    <dgm:pt modelId="{97265FEE-E46D-4839-8A41-757AA1FD52FB}" type="sibTrans" cxnId="{A42DE348-8367-45D9-A723-83A56652D51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8FF0598-6522-4F95-A2A0-CB52463EA7FC}">
      <dgm:prSet/>
      <dgm:spPr/>
      <dgm:t>
        <a:bodyPr/>
        <a:lstStyle/>
        <a:p>
          <a:r>
            <a:rPr lang="en-GB"/>
            <a:t>Confirm unified schemas for crowd/maintenance/emergency/evac topics.</a:t>
          </a:r>
          <a:endParaRPr lang="en-US"/>
        </a:p>
      </dgm:t>
    </dgm:pt>
    <dgm:pt modelId="{662B77BD-DF02-4E6D-BEB5-AB61B6A0C94E}" type="parTrans" cxnId="{4F893577-40D5-404D-9A5A-43FC9935F4D5}">
      <dgm:prSet/>
      <dgm:spPr/>
      <dgm:t>
        <a:bodyPr/>
        <a:lstStyle/>
        <a:p>
          <a:endParaRPr lang="en-US"/>
        </a:p>
      </dgm:t>
    </dgm:pt>
    <dgm:pt modelId="{B806E49F-EDBE-4143-8DD0-88E5823DF18C}" type="sibTrans" cxnId="{4F893577-40D5-404D-9A5A-43FC9935F4D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FA82E861-3009-4FCE-8E41-D39A7F2871FB}">
      <dgm:prSet/>
      <dgm:spPr/>
      <dgm:t>
        <a:bodyPr/>
        <a:lstStyle/>
        <a:p>
          <a:r>
            <a:rPr lang="en-GB"/>
            <a:t>Implement hazard-aware A* and closure handling in emulator and app.</a:t>
          </a:r>
          <a:endParaRPr lang="en-US"/>
        </a:p>
      </dgm:t>
    </dgm:pt>
    <dgm:pt modelId="{D7273D31-D1B9-4D6A-ACCF-A40DEF119CCC}" type="parTrans" cxnId="{1EFD1517-5D3B-41FD-B873-1972B60B68BD}">
      <dgm:prSet/>
      <dgm:spPr/>
      <dgm:t>
        <a:bodyPr/>
        <a:lstStyle/>
        <a:p>
          <a:endParaRPr lang="en-US"/>
        </a:p>
      </dgm:t>
    </dgm:pt>
    <dgm:pt modelId="{3C39A1E5-6F4C-4FA7-BE25-1C96576CE93B}" type="sibTrans" cxnId="{1EFD1517-5D3B-41FD-B873-1972B60B68B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9D3F492-15E5-47AF-97C4-B6AE3BC655EE}">
      <dgm:prSet/>
      <dgm:spPr/>
      <dgm:t>
        <a:bodyPr/>
        <a:lstStyle/>
        <a:p>
          <a:r>
            <a:rPr lang="en-GB"/>
            <a:t>Prepare MS3 (mid-term) MVP demo script: surge + SOS + closure + reroute.</a:t>
          </a:r>
          <a:endParaRPr lang="en-US"/>
        </a:p>
      </dgm:t>
    </dgm:pt>
    <dgm:pt modelId="{52908A2A-AC4C-40ED-A880-43460C671FF4}" type="parTrans" cxnId="{EB7A80C1-BBEF-4988-993C-34BF7262A3DA}">
      <dgm:prSet/>
      <dgm:spPr/>
      <dgm:t>
        <a:bodyPr/>
        <a:lstStyle/>
        <a:p>
          <a:endParaRPr lang="en-US"/>
        </a:p>
      </dgm:t>
    </dgm:pt>
    <dgm:pt modelId="{67323691-8CB6-4009-A4C4-AEA3CF77F9BA}" type="sibTrans" cxnId="{EB7A80C1-BBEF-4988-993C-34BF7262A3D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4450875E-BA6E-49FA-B6E3-DD0DE7FD1FE4}" type="pres">
      <dgm:prSet presAssocID="{B18DC04A-0A8E-451D-8C80-8D8B716653A2}" presName="linearFlow" presStyleCnt="0">
        <dgm:presLayoutVars>
          <dgm:dir/>
          <dgm:animLvl val="lvl"/>
          <dgm:resizeHandles val="exact"/>
        </dgm:presLayoutVars>
      </dgm:prSet>
      <dgm:spPr/>
    </dgm:pt>
    <dgm:pt modelId="{3C7C9C15-39D1-4010-B562-ABC66B24A18C}" type="pres">
      <dgm:prSet presAssocID="{33C0F164-9962-44C9-A704-21A6CEE04090}" presName="compositeNode" presStyleCnt="0"/>
      <dgm:spPr/>
    </dgm:pt>
    <dgm:pt modelId="{B339E35C-47E6-434B-A36F-A826AB263CFD}" type="pres">
      <dgm:prSet presAssocID="{33C0F164-9962-44C9-A704-21A6CEE0409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88F99B6-5377-45FC-9FC1-83A6148349CB}" type="pres">
      <dgm:prSet presAssocID="{33C0F164-9962-44C9-A704-21A6CEE04090}" presName="parSh" presStyleCnt="0"/>
      <dgm:spPr/>
    </dgm:pt>
    <dgm:pt modelId="{FB42B66A-927D-404D-8655-CE2A81C8E64E}" type="pres">
      <dgm:prSet presAssocID="{33C0F164-9962-44C9-A704-21A6CEE04090}" presName="lineNode" presStyleLbl="alignAccFollowNode1" presStyleIdx="0" presStyleCnt="12"/>
      <dgm:spPr/>
    </dgm:pt>
    <dgm:pt modelId="{C0BDDAB6-86B8-4448-9940-1DE429EA6AFC}" type="pres">
      <dgm:prSet presAssocID="{33C0F164-9962-44C9-A704-21A6CEE04090}" presName="lineArrowNode" presStyleLbl="alignAccFollowNode1" presStyleIdx="1" presStyleCnt="12"/>
      <dgm:spPr/>
    </dgm:pt>
    <dgm:pt modelId="{86ECB342-4FD9-48EE-96AE-5103F98C4712}" type="pres">
      <dgm:prSet presAssocID="{97265FEE-E46D-4839-8A41-757AA1FD52FB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13734888-E0D9-4F85-8734-74C58E27DE8D}" type="pres">
      <dgm:prSet presAssocID="{97265FEE-E46D-4839-8A41-757AA1FD52FB}" presName="spacerBetweenCircleAndCallout" presStyleCnt="0">
        <dgm:presLayoutVars/>
      </dgm:prSet>
      <dgm:spPr/>
    </dgm:pt>
    <dgm:pt modelId="{44F2C5E5-D00F-4402-B7D8-620AC2B40737}" type="pres">
      <dgm:prSet presAssocID="{33C0F164-9962-44C9-A704-21A6CEE04090}" presName="nodeText" presStyleLbl="alignAccFollowNode1" presStyleIdx="2" presStyleCnt="12">
        <dgm:presLayoutVars>
          <dgm:bulletEnabled val="1"/>
        </dgm:presLayoutVars>
      </dgm:prSet>
      <dgm:spPr/>
    </dgm:pt>
    <dgm:pt modelId="{9FAF4CE7-8C45-4885-B1BF-FEF761CB841A}" type="pres">
      <dgm:prSet presAssocID="{97265FEE-E46D-4839-8A41-757AA1FD52FB}" presName="sibTransComposite" presStyleCnt="0"/>
      <dgm:spPr/>
    </dgm:pt>
    <dgm:pt modelId="{FD2821A7-A0BC-4FB6-B2DC-1E8AAAD06D01}" type="pres">
      <dgm:prSet presAssocID="{48FF0598-6522-4F95-A2A0-CB52463EA7FC}" presName="compositeNode" presStyleCnt="0"/>
      <dgm:spPr/>
    </dgm:pt>
    <dgm:pt modelId="{285CC20F-1AA6-4E58-A6D4-183B1413B1E6}" type="pres">
      <dgm:prSet presAssocID="{48FF0598-6522-4F95-A2A0-CB52463EA7F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50785D2-5280-4188-B96E-50C4F91E3942}" type="pres">
      <dgm:prSet presAssocID="{48FF0598-6522-4F95-A2A0-CB52463EA7FC}" presName="parSh" presStyleCnt="0"/>
      <dgm:spPr/>
    </dgm:pt>
    <dgm:pt modelId="{C37D3FA9-1FA0-4AF1-B73C-0CC4E7CFD084}" type="pres">
      <dgm:prSet presAssocID="{48FF0598-6522-4F95-A2A0-CB52463EA7FC}" presName="lineNode" presStyleLbl="alignAccFollowNode1" presStyleIdx="3" presStyleCnt="12"/>
      <dgm:spPr/>
    </dgm:pt>
    <dgm:pt modelId="{7139074E-30CF-4BF5-9614-614888DC741A}" type="pres">
      <dgm:prSet presAssocID="{48FF0598-6522-4F95-A2A0-CB52463EA7FC}" presName="lineArrowNode" presStyleLbl="alignAccFollowNode1" presStyleIdx="4" presStyleCnt="12"/>
      <dgm:spPr/>
    </dgm:pt>
    <dgm:pt modelId="{74C49B6F-DBAB-4B83-8DD2-5D5EB91C521C}" type="pres">
      <dgm:prSet presAssocID="{B806E49F-EDBE-4143-8DD0-88E5823DF18C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55577650-4E1F-4965-B58B-8F9BF69FA5C6}" type="pres">
      <dgm:prSet presAssocID="{B806E49F-EDBE-4143-8DD0-88E5823DF18C}" presName="spacerBetweenCircleAndCallout" presStyleCnt="0">
        <dgm:presLayoutVars/>
      </dgm:prSet>
      <dgm:spPr/>
    </dgm:pt>
    <dgm:pt modelId="{44219288-DE60-4CD7-A482-B35D669DB365}" type="pres">
      <dgm:prSet presAssocID="{48FF0598-6522-4F95-A2A0-CB52463EA7FC}" presName="nodeText" presStyleLbl="alignAccFollowNode1" presStyleIdx="5" presStyleCnt="12">
        <dgm:presLayoutVars>
          <dgm:bulletEnabled val="1"/>
        </dgm:presLayoutVars>
      </dgm:prSet>
      <dgm:spPr/>
    </dgm:pt>
    <dgm:pt modelId="{CED99423-8F1D-4053-BABD-6322EC84C1B5}" type="pres">
      <dgm:prSet presAssocID="{B806E49F-EDBE-4143-8DD0-88E5823DF18C}" presName="sibTransComposite" presStyleCnt="0"/>
      <dgm:spPr/>
    </dgm:pt>
    <dgm:pt modelId="{2CC0E28C-6C99-4D63-9B0F-0893B71A8299}" type="pres">
      <dgm:prSet presAssocID="{FA82E861-3009-4FCE-8E41-D39A7F2871FB}" presName="compositeNode" presStyleCnt="0"/>
      <dgm:spPr/>
    </dgm:pt>
    <dgm:pt modelId="{6ECE2E64-533B-456B-80E9-4552E3B7EF53}" type="pres">
      <dgm:prSet presAssocID="{FA82E861-3009-4FCE-8E41-D39A7F2871F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0F06F26-65AB-4ABE-90DE-3746525D2AB8}" type="pres">
      <dgm:prSet presAssocID="{FA82E861-3009-4FCE-8E41-D39A7F2871FB}" presName="parSh" presStyleCnt="0"/>
      <dgm:spPr/>
    </dgm:pt>
    <dgm:pt modelId="{AAA64622-B2D0-4F54-BFFA-D2C6F0D0AFE7}" type="pres">
      <dgm:prSet presAssocID="{FA82E861-3009-4FCE-8E41-D39A7F2871FB}" presName="lineNode" presStyleLbl="alignAccFollowNode1" presStyleIdx="6" presStyleCnt="12"/>
      <dgm:spPr/>
    </dgm:pt>
    <dgm:pt modelId="{83A31246-9ADD-48DD-BB39-3340153E4F94}" type="pres">
      <dgm:prSet presAssocID="{FA82E861-3009-4FCE-8E41-D39A7F2871FB}" presName="lineArrowNode" presStyleLbl="alignAccFollowNode1" presStyleIdx="7" presStyleCnt="12"/>
      <dgm:spPr/>
    </dgm:pt>
    <dgm:pt modelId="{965C306C-C92A-4965-930A-9F5A14D8BADC}" type="pres">
      <dgm:prSet presAssocID="{3C39A1E5-6F4C-4FA7-BE25-1C96576CE93B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CBF4E16F-1418-4ADF-957C-189F1CC0A9FD}" type="pres">
      <dgm:prSet presAssocID="{3C39A1E5-6F4C-4FA7-BE25-1C96576CE93B}" presName="spacerBetweenCircleAndCallout" presStyleCnt="0">
        <dgm:presLayoutVars/>
      </dgm:prSet>
      <dgm:spPr/>
    </dgm:pt>
    <dgm:pt modelId="{16676E97-601D-4EA1-904A-B51264F7F813}" type="pres">
      <dgm:prSet presAssocID="{FA82E861-3009-4FCE-8E41-D39A7F2871FB}" presName="nodeText" presStyleLbl="alignAccFollowNode1" presStyleIdx="8" presStyleCnt="12">
        <dgm:presLayoutVars>
          <dgm:bulletEnabled val="1"/>
        </dgm:presLayoutVars>
      </dgm:prSet>
      <dgm:spPr/>
    </dgm:pt>
    <dgm:pt modelId="{1BB77384-B29B-4C55-AAE0-5AECCC85D2A0}" type="pres">
      <dgm:prSet presAssocID="{3C39A1E5-6F4C-4FA7-BE25-1C96576CE93B}" presName="sibTransComposite" presStyleCnt="0"/>
      <dgm:spPr/>
    </dgm:pt>
    <dgm:pt modelId="{CEBD2BDB-659E-4AD0-8EAF-426C62BF8330}" type="pres">
      <dgm:prSet presAssocID="{A9D3F492-15E5-47AF-97C4-B6AE3BC655EE}" presName="compositeNode" presStyleCnt="0"/>
      <dgm:spPr/>
    </dgm:pt>
    <dgm:pt modelId="{FC92C7F2-1B65-4921-8CEE-7323202E9A2C}" type="pres">
      <dgm:prSet presAssocID="{A9D3F492-15E5-47AF-97C4-B6AE3BC655E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2D2028E-C86B-4E55-B4C3-6C62EBC7F414}" type="pres">
      <dgm:prSet presAssocID="{A9D3F492-15E5-47AF-97C4-B6AE3BC655EE}" presName="parSh" presStyleCnt="0"/>
      <dgm:spPr/>
    </dgm:pt>
    <dgm:pt modelId="{C2831064-0366-49E5-B446-20AD4C9D10EE}" type="pres">
      <dgm:prSet presAssocID="{A9D3F492-15E5-47AF-97C4-B6AE3BC655EE}" presName="lineNode" presStyleLbl="alignAccFollowNode1" presStyleIdx="9" presStyleCnt="12"/>
      <dgm:spPr/>
    </dgm:pt>
    <dgm:pt modelId="{9ADDD111-E529-4788-A6E3-06275E4B64B1}" type="pres">
      <dgm:prSet presAssocID="{A9D3F492-15E5-47AF-97C4-B6AE3BC655EE}" presName="lineArrowNode" presStyleLbl="alignAccFollowNode1" presStyleIdx="10" presStyleCnt="12"/>
      <dgm:spPr/>
    </dgm:pt>
    <dgm:pt modelId="{55617774-2176-46C1-A57C-2F40F8E0B16D}" type="pres">
      <dgm:prSet presAssocID="{67323691-8CB6-4009-A4C4-AEA3CF77F9BA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D5F1E7A5-B218-4667-A903-0E2F456E5D4D}" type="pres">
      <dgm:prSet presAssocID="{67323691-8CB6-4009-A4C4-AEA3CF77F9BA}" presName="spacerBetweenCircleAndCallout" presStyleCnt="0">
        <dgm:presLayoutVars/>
      </dgm:prSet>
      <dgm:spPr/>
    </dgm:pt>
    <dgm:pt modelId="{B772528B-69E7-4405-B3F6-C31244525188}" type="pres">
      <dgm:prSet presAssocID="{A9D3F492-15E5-47AF-97C4-B6AE3BC655EE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D463A002-2D12-4E1E-A41C-297F02F87A4E}" type="presOf" srcId="{B18DC04A-0A8E-451D-8C80-8D8B716653A2}" destId="{4450875E-BA6E-49FA-B6E3-DD0DE7FD1FE4}" srcOrd="0" destOrd="0" presId="urn:microsoft.com/office/officeart/2016/7/layout/LinearArrowProcessNumbered"/>
    <dgm:cxn modelId="{D88AA315-BCB4-4A19-B03C-FFB650517ACB}" type="presOf" srcId="{B806E49F-EDBE-4143-8DD0-88E5823DF18C}" destId="{74C49B6F-DBAB-4B83-8DD2-5D5EB91C521C}" srcOrd="0" destOrd="0" presId="urn:microsoft.com/office/officeart/2016/7/layout/LinearArrowProcessNumbered"/>
    <dgm:cxn modelId="{1EFD1517-5D3B-41FD-B873-1972B60B68BD}" srcId="{B18DC04A-0A8E-451D-8C80-8D8B716653A2}" destId="{FA82E861-3009-4FCE-8E41-D39A7F2871FB}" srcOrd="2" destOrd="0" parTransId="{D7273D31-D1B9-4D6A-ACCF-A40DEF119CCC}" sibTransId="{3C39A1E5-6F4C-4FA7-BE25-1C96576CE93B}"/>
    <dgm:cxn modelId="{831BE743-9325-48AF-BAD1-A12494314CFF}" type="presOf" srcId="{97265FEE-E46D-4839-8A41-757AA1FD52FB}" destId="{86ECB342-4FD9-48EE-96AE-5103F98C4712}" srcOrd="0" destOrd="0" presId="urn:microsoft.com/office/officeart/2016/7/layout/LinearArrowProcessNumbered"/>
    <dgm:cxn modelId="{A42DE348-8367-45D9-A723-83A56652D510}" srcId="{B18DC04A-0A8E-451D-8C80-8D8B716653A2}" destId="{33C0F164-9962-44C9-A704-21A6CEE04090}" srcOrd="0" destOrd="0" parTransId="{CCEA6BB0-A635-4F6B-9CAA-8CAD99680679}" sibTransId="{97265FEE-E46D-4839-8A41-757AA1FD52FB}"/>
    <dgm:cxn modelId="{C2AD616E-AC8E-423F-86C2-C3A468AA416B}" type="presOf" srcId="{FA82E861-3009-4FCE-8E41-D39A7F2871FB}" destId="{16676E97-601D-4EA1-904A-B51264F7F813}" srcOrd="0" destOrd="0" presId="urn:microsoft.com/office/officeart/2016/7/layout/LinearArrowProcessNumbered"/>
    <dgm:cxn modelId="{4F893577-40D5-404D-9A5A-43FC9935F4D5}" srcId="{B18DC04A-0A8E-451D-8C80-8D8B716653A2}" destId="{48FF0598-6522-4F95-A2A0-CB52463EA7FC}" srcOrd="1" destOrd="0" parTransId="{662B77BD-DF02-4E6D-BEB5-AB61B6A0C94E}" sibTransId="{B806E49F-EDBE-4143-8DD0-88E5823DF18C}"/>
    <dgm:cxn modelId="{F7B75082-6185-4E56-90DA-DDAC4EAA848D}" type="presOf" srcId="{3C39A1E5-6F4C-4FA7-BE25-1C96576CE93B}" destId="{965C306C-C92A-4965-930A-9F5A14D8BADC}" srcOrd="0" destOrd="0" presId="urn:microsoft.com/office/officeart/2016/7/layout/LinearArrowProcessNumbered"/>
    <dgm:cxn modelId="{7DE1A782-5E10-4C7A-9E46-2B0D28599A82}" type="presOf" srcId="{67323691-8CB6-4009-A4C4-AEA3CF77F9BA}" destId="{55617774-2176-46C1-A57C-2F40F8E0B16D}" srcOrd="0" destOrd="0" presId="urn:microsoft.com/office/officeart/2016/7/layout/LinearArrowProcessNumbered"/>
    <dgm:cxn modelId="{BA2396A4-4107-4A2E-9ADF-2128B5ED7E3A}" type="presOf" srcId="{48FF0598-6522-4F95-A2A0-CB52463EA7FC}" destId="{44219288-DE60-4CD7-A482-B35D669DB365}" srcOrd="0" destOrd="0" presId="urn:microsoft.com/office/officeart/2016/7/layout/LinearArrowProcessNumbered"/>
    <dgm:cxn modelId="{EB7A80C1-BBEF-4988-993C-34BF7262A3DA}" srcId="{B18DC04A-0A8E-451D-8C80-8D8B716653A2}" destId="{A9D3F492-15E5-47AF-97C4-B6AE3BC655EE}" srcOrd="3" destOrd="0" parTransId="{52908A2A-AC4C-40ED-A880-43460C671FF4}" sibTransId="{67323691-8CB6-4009-A4C4-AEA3CF77F9BA}"/>
    <dgm:cxn modelId="{EE1482E0-294E-4426-88C9-8A6B26751DFA}" type="presOf" srcId="{33C0F164-9962-44C9-A704-21A6CEE04090}" destId="{44F2C5E5-D00F-4402-B7D8-620AC2B40737}" srcOrd="0" destOrd="0" presId="urn:microsoft.com/office/officeart/2016/7/layout/LinearArrowProcessNumbered"/>
    <dgm:cxn modelId="{FA19F2FE-AAD2-44BF-B076-2B6394088884}" type="presOf" srcId="{A9D3F492-15E5-47AF-97C4-B6AE3BC655EE}" destId="{B772528B-69E7-4405-B3F6-C31244525188}" srcOrd="0" destOrd="0" presId="urn:microsoft.com/office/officeart/2016/7/layout/LinearArrowProcessNumbered"/>
    <dgm:cxn modelId="{C0B33504-7EDA-4D57-BACD-C190B4BF3842}" type="presParOf" srcId="{4450875E-BA6E-49FA-B6E3-DD0DE7FD1FE4}" destId="{3C7C9C15-39D1-4010-B562-ABC66B24A18C}" srcOrd="0" destOrd="0" presId="urn:microsoft.com/office/officeart/2016/7/layout/LinearArrowProcessNumbered"/>
    <dgm:cxn modelId="{F5E5EB12-1B87-4239-B263-AAEF345CB08A}" type="presParOf" srcId="{3C7C9C15-39D1-4010-B562-ABC66B24A18C}" destId="{B339E35C-47E6-434B-A36F-A826AB263CFD}" srcOrd="0" destOrd="0" presId="urn:microsoft.com/office/officeart/2016/7/layout/LinearArrowProcessNumbered"/>
    <dgm:cxn modelId="{BBC5DF58-D58F-4AF0-99B2-C38E19678D48}" type="presParOf" srcId="{3C7C9C15-39D1-4010-B562-ABC66B24A18C}" destId="{788F99B6-5377-45FC-9FC1-83A6148349CB}" srcOrd="1" destOrd="0" presId="urn:microsoft.com/office/officeart/2016/7/layout/LinearArrowProcessNumbered"/>
    <dgm:cxn modelId="{83826F2D-902F-494B-B032-C6AB3C184C60}" type="presParOf" srcId="{788F99B6-5377-45FC-9FC1-83A6148349CB}" destId="{FB42B66A-927D-404D-8655-CE2A81C8E64E}" srcOrd="0" destOrd="0" presId="urn:microsoft.com/office/officeart/2016/7/layout/LinearArrowProcessNumbered"/>
    <dgm:cxn modelId="{962BD848-8140-4CB2-83A4-315E32F88391}" type="presParOf" srcId="{788F99B6-5377-45FC-9FC1-83A6148349CB}" destId="{C0BDDAB6-86B8-4448-9940-1DE429EA6AFC}" srcOrd="1" destOrd="0" presId="urn:microsoft.com/office/officeart/2016/7/layout/LinearArrowProcessNumbered"/>
    <dgm:cxn modelId="{2C2FFBAB-DE4B-4D80-94CF-1756BAE5E52E}" type="presParOf" srcId="{788F99B6-5377-45FC-9FC1-83A6148349CB}" destId="{86ECB342-4FD9-48EE-96AE-5103F98C4712}" srcOrd="2" destOrd="0" presId="urn:microsoft.com/office/officeart/2016/7/layout/LinearArrowProcessNumbered"/>
    <dgm:cxn modelId="{DBA7A6ED-4D3D-4867-B82F-34C96F71059D}" type="presParOf" srcId="{788F99B6-5377-45FC-9FC1-83A6148349CB}" destId="{13734888-E0D9-4F85-8734-74C58E27DE8D}" srcOrd="3" destOrd="0" presId="urn:microsoft.com/office/officeart/2016/7/layout/LinearArrowProcessNumbered"/>
    <dgm:cxn modelId="{A8444FD3-73E6-4B60-9B5D-ECA3C84D5E40}" type="presParOf" srcId="{3C7C9C15-39D1-4010-B562-ABC66B24A18C}" destId="{44F2C5E5-D00F-4402-B7D8-620AC2B40737}" srcOrd="2" destOrd="0" presId="urn:microsoft.com/office/officeart/2016/7/layout/LinearArrowProcessNumbered"/>
    <dgm:cxn modelId="{C977B8F8-E0FA-4557-A677-6F65C39E2636}" type="presParOf" srcId="{4450875E-BA6E-49FA-B6E3-DD0DE7FD1FE4}" destId="{9FAF4CE7-8C45-4885-B1BF-FEF761CB841A}" srcOrd="1" destOrd="0" presId="urn:microsoft.com/office/officeart/2016/7/layout/LinearArrowProcessNumbered"/>
    <dgm:cxn modelId="{A2DC72E4-3AEC-4511-B142-D014820FC724}" type="presParOf" srcId="{4450875E-BA6E-49FA-B6E3-DD0DE7FD1FE4}" destId="{FD2821A7-A0BC-4FB6-B2DC-1E8AAAD06D01}" srcOrd="2" destOrd="0" presId="urn:microsoft.com/office/officeart/2016/7/layout/LinearArrowProcessNumbered"/>
    <dgm:cxn modelId="{37D8789C-3D0A-4191-9D76-8B9C8B6F735C}" type="presParOf" srcId="{FD2821A7-A0BC-4FB6-B2DC-1E8AAAD06D01}" destId="{285CC20F-1AA6-4E58-A6D4-183B1413B1E6}" srcOrd="0" destOrd="0" presId="urn:microsoft.com/office/officeart/2016/7/layout/LinearArrowProcessNumbered"/>
    <dgm:cxn modelId="{092EE887-8707-4B69-B3C6-8056B01234C4}" type="presParOf" srcId="{FD2821A7-A0BC-4FB6-B2DC-1E8AAAD06D01}" destId="{250785D2-5280-4188-B96E-50C4F91E3942}" srcOrd="1" destOrd="0" presId="urn:microsoft.com/office/officeart/2016/7/layout/LinearArrowProcessNumbered"/>
    <dgm:cxn modelId="{7ED132E0-117D-4D49-8B06-62CBA74F6FD5}" type="presParOf" srcId="{250785D2-5280-4188-B96E-50C4F91E3942}" destId="{C37D3FA9-1FA0-4AF1-B73C-0CC4E7CFD084}" srcOrd="0" destOrd="0" presId="urn:microsoft.com/office/officeart/2016/7/layout/LinearArrowProcessNumbered"/>
    <dgm:cxn modelId="{12B4B176-A1A0-4D90-9E5B-492AEB2AD95A}" type="presParOf" srcId="{250785D2-5280-4188-B96E-50C4F91E3942}" destId="{7139074E-30CF-4BF5-9614-614888DC741A}" srcOrd="1" destOrd="0" presId="urn:microsoft.com/office/officeart/2016/7/layout/LinearArrowProcessNumbered"/>
    <dgm:cxn modelId="{97E45DE2-E562-449D-9A19-9A5505641E55}" type="presParOf" srcId="{250785D2-5280-4188-B96E-50C4F91E3942}" destId="{74C49B6F-DBAB-4B83-8DD2-5D5EB91C521C}" srcOrd="2" destOrd="0" presId="urn:microsoft.com/office/officeart/2016/7/layout/LinearArrowProcessNumbered"/>
    <dgm:cxn modelId="{6C1DFCD2-ED86-4AF1-B284-FB7F3FAFE506}" type="presParOf" srcId="{250785D2-5280-4188-B96E-50C4F91E3942}" destId="{55577650-4E1F-4965-B58B-8F9BF69FA5C6}" srcOrd="3" destOrd="0" presId="urn:microsoft.com/office/officeart/2016/7/layout/LinearArrowProcessNumbered"/>
    <dgm:cxn modelId="{424DB83C-63E0-4FAB-89C4-A608234A306D}" type="presParOf" srcId="{FD2821A7-A0BC-4FB6-B2DC-1E8AAAD06D01}" destId="{44219288-DE60-4CD7-A482-B35D669DB365}" srcOrd="2" destOrd="0" presId="urn:microsoft.com/office/officeart/2016/7/layout/LinearArrowProcessNumbered"/>
    <dgm:cxn modelId="{7E2F92AD-8590-4259-AF3A-E221B68D2A20}" type="presParOf" srcId="{4450875E-BA6E-49FA-B6E3-DD0DE7FD1FE4}" destId="{CED99423-8F1D-4053-BABD-6322EC84C1B5}" srcOrd="3" destOrd="0" presId="urn:microsoft.com/office/officeart/2016/7/layout/LinearArrowProcessNumbered"/>
    <dgm:cxn modelId="{D7CD9BBE-34E8-49BB-8BFD-CC170B216E11}" type="presParOf" srcId="{4450875E-BA6E-49FA-B6E3-DD0DE7FD1FE4}" destId="{2CC0E28C-6C99-4D63-9B0F-0893B71A8299}" srcOrd="4" destOrd="0" presId="urn:microsoft.com/office/officeart/2016/7/layout/LinearArrowProcessNumbered"/>
    <dgm:cxn modelId="{76ED71DF-F06C-4913-BB06-B4464B977240}" type="presParOf" srcId="{2CC0E28C-6C99-4D63-9B0F-0893B71A8299}" destId="{6ECE2E64-533B-456B-80E9-4552E3B7EF53}" srcOrd="0" destOrd="0" presId="urn:microsoft.com/office/officeart/2016/7/layout/LinearArrowProcessNumbered"/>
    <dgm:cxn modelId="{D3F6702E-D90A-4AAA-9A33-913B8AC59A2F}" type="presParOf" srcId="{2CC0E28C-6C99-4D63-9B0F-0893B71A8299}" destId="{50F06F26-65AB-4ABE-90DE-3746525D2AB8}" srcOrd="1" destOrd="0" presId="urn:microsoft.com/office/officeart/2016/7/layout/LinearArrowProcessNumbered"/>
    <dgm:cxn modelId="{7EDB3411-C6F3-47F9-85C7-5DD1B48EC42D}" type="presParOf" srcId="{50F06F26-65AB-4ABE-90DE-3746525D2AB8}" destId="{AAA64622-B2D0-4F54-BFFA-D2C6F0D0AFE7}" srcOrd="0" destOrd="0" presId="urn:microsoft.com/office/officeart/2016/7/layout/LinearArrowProcessNumbered"/>
    <dgm:cxn modelId="{165EED99-E529-4BAB-8C8B-2DBCE475D118}" type="presParOf" srcId="{50F06F26-65AB-4ABE-90DE-3746525D2AB8}" destId="{83A31246-9ADD-48DD-BB39-3340153E4F94}" srcOrd="1" destOrd="0" presId="urn:microsoft.com/office/officeart/2016/7/layout/LinearArrowProcessNumbered"/>
    <dgm:cxn modelId="{B027ADC8-FF95-4C31-80A9-06A3CF8D32F2}" type="presParOf" srcId="{50F06F26-65AB-4ABE-90DE-3746525D2AB8}" destId="{965C306C-C92A-4965-930A-9F5A14D8BADC}" srcOrd="2" destOrd="0" presId="urn:microsoft.com/office/officeart/2016/7/layout/LinearArrowProcessNumbered"/>
    <dgm:cxn modelId="{6D25BA8F-6ED8-453A-8E3D-4B5F8B02749A}" type="presParOf" srcId="{50F06F26-65AB-4ABE-90DE-3746525D2AB8}" destId="{CBF4E16F-1418-4ADF-957C-189F1CC0A9FD}" srcOrd="3" destOrd="0" presId="urn:microsoft.com/office/officeart/2016/7/layout/LinearArrowProcessNumbered"/>
    <dgm:cxn modelId="{0751C451-C7AD-48FD-BCCB-7410396FBF2D}" type="presParOf" srcId="{2CC0E28C-6C99-4D63-9B0F-0893B71A8299}" destId="{16676E97-601D-4EA1-904A-B51264F7F813}" srcOrd="2" destOrd="0" presId="urn:microsoft.com/office/officeart/2016/7/layout/LinearArrowProcessNumbered"/>
    <dgm:cxn modelId="{0228659B-53C6-4F5E-8F4B-A020D0A4A159}" type="presParOf" srcId="{4450875E-BA6E-49FA-B6E3-DD0DE7FD1FE4}" destId="{1BB77384-B29B-4C55-AAE0-5AECCC85D2A0}" srcOrd="5" destOrd="0" presId="urn:microsoft.com/office/officeart/2016/7/layout/LinearArrowProcessNumbered"/>
    <dgm:cxn modelId="{D36EF7EA-AE3F-42F3-8DF7-D4D043FBA2FD}" type="presParOf" srcId="{4450875E-BA6E-49FA-B6E3-DD0DE7FD1FE4}" destId="{CEBD2BDB-659E-4AD0-8EAF-426C62BF8330}" srcOrd="6" destOrd="0" presId="urn:microsoft.com/office/officeart/2016/7/layout/LinearArrowProcessNumbered"/>
    <dgm:cxn modelId="{AF644F2F-3FB6-47B1-A2B5-435FAD877069}" type="presParOf" srcId="{CEBD2BDB-659E-4AD0-8EAF-426C62BF8330}" destId="{FC92C7F2-1B65-4921-8CEE-7323202E9A2C}" srcOrd="0" destOrd="0" presId="urn:microsoft.com/office/officeart/2016/7/layout/LinearArrowProcessNumbered"/>
    <dgm:cxn modelId="{3677DCA2-0F3E-4D1B-A3E3-2A2566F0E370}" type="presParOf" srcId="{CEBD2BDB-659E-4AD0-8EAF-426C62BF8330}" destId="{72D2028E-C86B-4E55-B4C3-6C62EBC7F414}" srcOrd="1" destOrd="0" presId="urn:microsoft.com/office/officeart/2016/7/layout/LinearArrowProcessNumbered"/>
    <dgm:cxn modelId="{C0D794B1-99EC-4CD3-BB4C-F51926C20FDF}" type="presParOf" srcId="{72D2028E-C86B-4E55-B4C3-6C62EBC7F414}" destId="{C2831064-0366-49E5-B446-20AD4C9D10EE}" srcOrd="0" destOrd="0" presId="urn:microsoft.com/office/officeart/2016/7/layout/LinearArrowProcessNumbered"/>
    <dgm:cxn modelId="{454E02AD-4518-4092-B2D1-5B78A65AB24A}" type="presParOf" srcId="{72D2028E-C86B-4E55-B4C3-6C62EBC7F414}" destId="{9ADDD111-E529-4788-A6E3-06275E4B64B1}" srcOrd="1" destOrd="0" presId="urn:microsoft.com/office/officeart/2016/7/layout/LinearArrowProcessNumbered"/>
    <dgm:cxn modelId="{09FCDF45-3C56-4A4C-936F-F98BADFD6C42}" type="presParOf" srcId="{72D2028E-C86B-4E55-B4C3-6C62EBC7F414}" destId="{55617774-2176-46C1-A57C-2F40F8E0B16D}" srcOrd="2" destOrd="0" presId="urn:microsoft.com/office/officeart/2016/7/layout/LinearArrowProcessNumbered"/>
    <dgm:cxn modelId="{90E954E1-05AF-4A38-9880-AAFC7E5F3B9A}" type="presParOf" srcId="{72D2028E-C86B-4E55-B4C3-6C62EBC7F414}" destId="{D5F1E7A5-B218-4667-A903-0E2F456E5D4D}" srcOrd="3" destOrd="0" presId="urn:microsoft.com/office/officeart/2016/7/layout/LinearArrowProcessNumbered"/>
    <dgm:cxn modelId="{BB81D215-F288-40B2-A54B-B428498EFBFA}" type="presParOf" srcId="{CEBD2BDB-659E-4AD0-8EAF-426C62BF8330}" destId="{B772528B-69E7-4405-B3F6-C31244525188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C6ECA1-6C61-4C73-B742-2BEB10D6FEE8}">
      <dsp:nvSpPr>
        <dsp:cNvPr id="0" name=""/>
        <dsp:cNvSpPr/>
      </dsp:nvSpPr>
      <dsp:spPr>
        <a:xfrm>
          <a:off x="0" y="1907368"/>
          <a:ext cx="6949440" cy="1543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354" tIns="291592" rIns="539354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PM/Coordinator — planning, backlog, reporting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Mobile/UI Lead — Flutter/React Native, UX, i18n (PT/EN)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Backend/API Lead — microservices, WebSocket (WS), APIs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Modeling/Analytics Lead — queueing, routing costs, evaluation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QA/DevOps Lead — CI, tests, latency.</a:t>
          </a:r>
          <a:endParaRPr lang="en-US" sz="1400" kern="1200"/>
        </a:p>
      </dsp:txBody>
      <dsp:txXfrm>
        <a:off x="0" y="1907368"/>
        <a:ext cx="6949440" cy="1543500"/>
      </dsp:txXfrm>
    </dsp:sp>
    <dsp:sp modelId="{715ACBC0-8596-4982-8733-7AD2544D0C41}">
      <dsp:nvSpPr>
        <dsp:cNvPr id="0" name=""/>
        <dsp:cNvSpPr/>
      </dsp:nvSpPr>
      <dsp:spPr>
        <a:xfrm>
          <a:off x="347472" y="1700728"/>
          <a:ext cx="4864608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Recommended student roles:</a:t>
          </a:r>
          <a:endParaRPr lang="en-US" sz="1400" kern="1200"/>
        </a:p>
      </dsp:txBody>
      <dsp:txXfrm>
        <a:off x="367647" y="1720903"/>
        <a:ext cx="4824258" cy="372930"/>
      </dsp:txXfrm>
    </dsp:sp>
    <dsp:sp modelId="{E258AD2A-C84B-41C1-83F6-BE90CF12E865}">
      <dsp:nvSpPr>
        <dsp:cNvPr id="0" name=""/>
        <dsp:cNvSpPr/>
      </dsp:nvSpPr>
      <dsp:spPr>
        <a:xfrm>
          <a:off x="0" y="3733109"/>
          <a:ext cx="694944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77AE8B-6EB2-44CA-B983-5B7026729501}">
      <dsp:nvSpPr>
        <dsp:cNvPr id="0" name=""/>
        <dsp:cNvSpPr/>
      </dsp:nvSpPr>
      <dsp:spPr>
        <a:xfrm>
          <a:off x="347472" y="3526468"/>
          <a:ext cx="4864608" cy="413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Cadence: weekly stand-up + biweekly demo/review.</a:t>
          </a:r>
          <a:endParaRPr lang="en-US" sz="1400" kern="1200"/>
        </a:p>
      </dsp:txBody>
      <dsp:txXfrm>
        <a:off x="367647" y="3546643"/>
        <a:ext cx="4824258" cy="372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27A3EE-598E-41C9-94CB-DC0BAB54B317}">
      <dsp:nvSpPr>
        <dsp:cNvPr id="0" name=""/>
        <dsp:cNvSpPr/>
      </dsp:nvSpPr>
      <dsp:spPr>
        <a:xfrm>
          <a:off x="0" y="2664296"/>
          <a:ext cx="10945037" cy="17480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Definition of Done: Real-time updates, resilient networking, offline cache, reproducible demos.</a:t>
          </a:r>
          <a:endParaRPr lang="en-US" sz="3300" kern="1200"/>
        </a:p>
      </dsp:txBody>
      <dsp:txXfrm>
        <a:off x="0" y="2664296"/>
        <a:ext cx="10945037" cy="1748066"/>
      </dsp:txXfrm>
    </dsp:sp>
    <dsp:sp modelId="{4FDB0488-3783-4738-B53F-48FA32728137}">
      <dsp:nvSpPr>
        <dsp:cNvPr id="0" name=""/>
        <dsp:cNvSpPr/>
      </dsp:nvSpPr>
      <dsp:spPr>
        <a:xfrm rot="10800000">
          <a:off x="0" y="1990"/>
          <a:ext cx="10945037" cy="2688526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MVP features:</a:t>
          </a:r>
          <a:endParaRPr lang="en-US" sz="3300" kern="1200"/>
        </a:p>
      </dsp:txBody>
      <dsp:txXfrm rot="-10800000">
        <a:off x="0" y="1990"/>
        <a:ext cx="10945037" cy="943672"/>
      </dsp:txXfrm>
    </dsp:sp>
    <dsp:sp modelId="{F822275D-D67B-473C-BD54-C834B1FEA9F5}">
      <dsp:nvSpPr>
        <dsp:cNvPr id="0" name=""/>
        <dsp:cNvSpPr/>
      </dsp:nvSpPr>
      <dsp:spPr>
        <a:xfrm>
          <a:off x="5344" y="945663"/>
          <a:ext cx="1822391" cy="80386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Crowd heatmap per gate/section (G/Y/R) with threshold alerts</a:t>
          </a:r>
          <a:endParaRPr lang="en-US" sz="1100" kern="1200"/>
        </a:p>
      </dsp:txBody>
      <dsp:txXfrm>
        <a:off x="5344" y="945663"/>
        <a:ext cx="1822391" cy="803869"/>
      </dsp:txXfrm>
    </dsp:sp>
    <dsp:sp modelId="{E890E7A5-5A88-4E0D-82C8-9D8AD0225C9A}">
      <dsp:nvSpPr>
        <dsp:cNvPr id="0" name=""/>
        <dsp:cNvSpPr/>
      </dsp:nvSpPr>
      <dsp:spPr>
        <a:xfrm>
          <a:off x="1827735" y="945663"/>
          <a:ext cx="1822391" cy="80386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Gate wait-time estimation (M/M/1 or M/M/k), uncertainty bands</a:t>
          </a:r>
          <a:endParaRPr lang="en-US" sz="1100" kern="1200"/>
        </a:p>
      </dsp:txBody>
      <dsp:txXfrm>
        <a:off x="1827735" y="945663"/>
        <a:ext cx="1822391" cy="803869"/>
      </dsp:txXfrm>
    </dsp:sp>
    <dsp:sp modelId="{29E81982-A5E2-427B-A270-6AC2B0CFEB87}">
      <dsp:nvSpPr>
        <dsp:cNvPr id="0" name=""/>
        <dsp:cNvSpPr/>
      </dsp:nvSpPr>
      <dsp:spPr>
        <a:xfrm>
          <a:off x="3650127" y="945663"/>
          <a:ext cx="1822391" cy="80386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Maintenance: bin-full alerts + shortest-path routing</a:t>
          </a:r>
          <a:endParaRPr lang="en-US" sz="1100" kern="1200"/>
        </a:p>
      </dsp:txBody>
      <dsp:txXfrm>
        <a:off x="3650127" y="945663"/>
        <a:ext cx="1822391" cy="803869"/>
      </dsp:txXfrm>
    </dsp:sp>
    <dsp:sp modelId="{55AC0BA3-D007-4C54-AC71-11CE7D6F72D9}">
      <dsp:nvSpPr>
        <dsp:cNvPr id="0" name=""/>
        <dsp:cNvSpPr/>
      </dsp:nvSpPr>
      <dsp:spPr>
        <a:xfrm>
          <a:off x="5472518" y="945663"/>
          <a:ext cx="1822391" cy="80386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Health emergencies: SOS intake, nearest-responder assignment, hazard-aware shortest path, rerouting</a:t>
          </a:r>
          <a:endParaRPr lang="en-US" sz="1100" kern="1200"/>
        </a:p>
      </dsp:txBody>
      <dsp:txXfrm>
        <a:off x="5472518" y="945663"/>
        <a:ext cx="1822391" cy="803869"/>
      </dsp:txXfrm>
    </dsp:sp>
    <dsp:sp modelId="{6C685FE4-3B1D-44B4-B508-39F54D14917C}">
      <dsp:nvSpPr>
        <dsp:cNvPr id="0" name=""/>
        <dsp:cNvSpPr/>
      </dsp:nvSpPr>
      <dsp:spPr>
        <a:xfrm>
          <a:off x="7294909" y="945663"/>
          <a:ext cx="1822391" cy="803869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Evacuation: corridor closures &amp; penalties; staff guidance routes</a:t>
          </a:r>
          <a:endParaRPr lang="en-US" sz="1100" kern="1200"/>
        </a:p>
      </dsp:txBody>
      <dsp:txXfrm>
        <a:off x="7294909" y="945663"/>
        <a:ext cx="1822391" cy="803869"/>
      </dsp:txXfrm>
    </dsp:sp>
    <dsp:sp modelId="{60F95E92-55D6-487E-86BB-454E8FC92933}">
      <dsp:nvSpPr>
        <dsp:cNvPr id="0" name=""/>
        <dsp:cNvSpPr/>
      </dsp:nvSpPr>
      <dsp:spPr>
        <a:xfrm>
          <a:off x="9117301" y="945663"/>
          <a:ext cx="1822391" cy="80386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Role-based views (Security, Cleaning, Emergency), PT/EN UI</a:t>
          </a:r>
          <a:endParaRPr lang="en-US" sz="1100" kern="1200"/>
        </a:p>
      </dsp:txBody>
      <dsp:txXfrm>
        <a:off x="9117301" y="945663"/>
        <a:ext cx="1822391" cy="8038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5A16C-77FC-4CAD-8539-642B972CA2C4}">
      <dsp:nvSpPr>
        <dsp:cNvPr id="0" name=""/>
        <dsp:cNvSpPr/>
      </dsp:nvSpPr>
      <dsp:spPr>
        <a:xfrm>
          <a:off x="285138" y="458466"/>
          <a:ext cx="1373490" cy="13734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5EDD99-EE4D-4D1F-9A2B-76750985B345}">
      <dsp:nvSpPr>
        <dsp:cNvPr id="0" name=""/>
        <dsp:cNvSpPr/>
      </dsp:nvSpPr>
      <dsp:spPr>
        <a:xfrm>
          <a:off x="573571" y="746899"/>
          <a:ext cx="796624" cy="7966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07CF6-4F77-4AFE-A5A1-919529E4C4EE}">
      <dsp:nvSpPr>
        <dsp:cNvPr id="0" name=""/>
        <dsp:cNvSpPr/>
      </dsp:nvSpPr>
      <dsp:spPr>
        <a:xfrm>
          <a:off x="1952948" y="458466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Mobile App: Flutter (recommended) or React Native; offline-first store; WebSocket (WS) for live updates; HTTP fallback.</a:t>
          </a:r>
          <a:endParaRPr lang="en-US" sz="1700" kern="1200"/>
        </a:p>
      </dsp:txBody>
      <dsp:txXfrm>
        <a:off x="1952948" y="458466"/>
        <a:ext cx="3237513" cy="1373490"/>
      </dsp:txXfrm>
    </dsp:sp>
    <dsp:sp modelId="{2220856C-8449-4D9F-8AFD-6B6C9145C027}">
      <dsp:nvSpPr>
        <dsp:cNvPr id="0" name=""/>
        <dsp:cNvSpPr/>
      </dsp:nvSpPr>
      <dsp:spPr>
        <a:xfrm>
          <a:off x="5754574" y="458466"/>
          <a:ext cx="1373490" cy="137349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0F1106-A9B5-4CE7-A0C9-CA94EC57AADB}">
      <dsp:nvSpPr>
        <dsp:cNvPr id="0" name=""/>
        <dsp:cNvSpPr/>
      </dsp:nvSpPr>
      <dsp:spPr>
        <a:xfrm>
          <a:off x="6043007" y="746899"/>
          <a:ext cx="796624" cy="7966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A73B0-9344-405A-A803-9D7D751C969A}">
      <dsp:nvSpPr>
        <dsp:cNvPr id="0" name=""/>
        <dsp:cNvSpPr/>
      </dsp:nvSpPr>
      <dsp:spPr>
        <a:xfrm>
          <a:off x="7422384" y="458466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Backend: Docker Compose microservices: crowd-service, waittime-service, maintenance-service, emergency-service, gateway.</a:t>
          </a:r>
          <a:endParaRPr lang="en-US" sz="1700" kern="1200"/>
        </a:p>
      </dsp:txBody>
      <dsp:txXfrm>
        <a:off x="7422384" y="458466"/>
        <a:ext cx="3237513" cy="1373490"/>
      </dsp:txXfrm>
    </dsp:sp>
    <dsp:sp modelId="{44DD0CC3-02AD-4A39-83C9-F8468DAF711A}">
      <dsp:nvSpPr>
        <dsp:cNvPr id="0" name=""/>
        <dsp:cNvSpPr/>
      </dsp:nvSpPr>
      <dsp:spPr>
        <a:xfrm>
          <a:off x="285138" y="2582397"/>
          <a:ext cx="1373490" cy="137349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D8BF2-708B-4CF2-82A9-5EA2DB6E0C03}">
      <dsp:nvSpPr>
        <dsp:cNvPr id="0" name=""/>
        <dsp:cNvSpPr/>
      </dsp:nvSpPr>
      <dsp:spPr>
        <a:xfrm>
          <a:off x="573571" y="2870830"/>
          <a:ext cx="796624" cy="7966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AAE4F-CF05-4D5D-88D3-1DB581CD6F54}">
      <dsp:nvSpPr>
        <dsp:cNvPr id="0" name=""/>
        <dsp:cNvSpPr/>
      </dsp:nvSpPr>
      <dsp:spPr>
        <a:xfrm>
          <a:off x="1952948" y="2582397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Data Sources (simulated): gate arrivals/throughput, bin fill events, SOS events, map graph (nodes/edges), hazard closures.</a:t>
          </a:r>
          <a:endParaRPr lang="en-US" sz="1700" kern="1200"/>
        </a:p>
      </dsp:txBody>
      <dsp:txXfrm>
        <a:off x="1952948" y="2582397"/>
        <a:ext cx="3237513" cy="1373490"/>
      </dsp:txXfrm>
    </dsp:sp>
    <dsp:sp modelId="{2B00D291-3E00-4E01-B145-78091C8132DD}">
      <dsp:nvSpPr>
        <dsp:cNvPr id="0" name=""/>
        <dsp:cNvSpPr/>
      </dsp:nvSpPr>
      <dsp:spPr>
        <a:xfrm>
          <a:off x="5754574" y="2582397"/>
          <a:ext cx="1373490" cy="13734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F76E56-DCB3-4DDE-9849-49E8B6EE8E23}">
      <dsp:nvSpPr>
        <dsp:cNvPr id="0" name=""/>
        <dsp:cNvSpPr/>
      </dsp:nvSpPr>
      <dsp:spPr>
        <a:xfrm>
          <a:off x="6043007" y="2870830"/>
          <a:ext cx="796624" cy="7966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D9425-23B6-44FE-B15D-C693CC7D6F99}">
      <dsp:nvSpPr>
        <dsp:cNvPr id="0" name=""/>
        <dsp:cNvSpPr/>
      </dsp:nvSpPr>
      <dsp:spPr>
        <a:xfrm>
          <a:off x="7422384" y="2582397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Security/Privacy: synthetic/anonymized data only; role-based access; audit log; transport security.</a:t>
          </a:r>
          <a:endParaRPr lang="en-US" sz="1700" kern="1200"/>
        </a:p>
      </dsp:txBody>
      <dsp:txXfrm>
        <a:off x="7422384" y="2582397"/>
        <a:ext cx="3237513" cy="1373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4DA5D3-1219-4217-AE4D-949C61E0F56D}">
      <dsp:nvSpPr>
        <dsp:cNvPr id="0" name=""/>
        <dsp:cNvSpPr/>
      </dsp:nvSpPr>
      <dsp:spPr>
        <a:xfrm>
          <a:off x="0" y="126698"/>
          <a:ext cx="6949440" cy="106287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Repo &amp; Continuous Integration (CI): create GitHub repo; set linting/format; CI for build/tests.</a:t>
          </a:r>
          <a:endParaRPr lang="en-US" sz="1900" kern="1200"/>
        </a:p>
      </dsp:txBody>
      <dsp:txXfrm>
        <a:off x="51885" y="178583"/>
        <a:ext cx="6845670" cy="959101"/>
      </dsp:txXfrm>
    </dsp:sp>
    <dsp:sp modelId="{BCFE0A84-113C-4089-B1BD-570D3DDBC00B}">
      <dsp:nvSpPr>
        <dsp:cNvPr id="0" name=""/>
        <dsp:cNvSpPr/>
      </dsp:nvSpPr>
      <dsp:spPr>
        <a:xfrm>
          <a:off x="0" y="1244290"/>
          <a:ext cx="6949440" cy="1062871"/>
        </a:xfrm>
        <a:prstGeom prst="roundRect">
          <a:avLst/>
        </a:prstGeom>
        <a:solidFill>
          <a:schemeClr val="accent5">
            <a:hueOff val="2278582"/>
            <a:satOff val="-1026"/>
            <a:lumOff val="-1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Wireframes: dashboard, alert detail, route view, settings (PT/EN).</a:t>
          </a:r>
          <a:endParaRPr lang="en-US" sz="1900" kern="1200"/>
        </a:p>
      </dsp:txBody>
      <dsp:txXfrm>
        <a:off x="51885" y="1296175"/>
        <a:ext cx="6845670" cy="959101"/>
      </dsp:txXfrm>
    </dsp:sp>
    <dsp:sp modelId="{F6EE5591-8F4E-45F5-B8E6-CE435D612E65}">
      <dsp:nvSpPr>
        <dsp:cNvPr id="0" name=""/>
        <dsp:cNvSpPr/>
      </dsp:nvSpPr>
      <dsp:spPr>
        <a:xfrm>
          <a:off x="0" y="2361882"/>
          <a:ext cx="6949440" cy="1062871"/>
        </a:xfrm>
        <a:prstGeom prst="roundRect">
          <a:avLst/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Emulator: Docker Compose skeleton; WS that emits dummy gate counts each second.</a:t>
          </a:r>
          <a:endParaRPr lang="en-US" sz="1900" kern="1200"/>
        </a:p>
      </dsp:txBody>
      <dsp:txXfrm>
        <a:off x="51885" y="2413767"/>
        <a:ext cx="6845670" cy="959101"/>
      </dsp:txXfrm>
    </dsp:sp>
    <dsp:sp modelId="{EB0C37A3-EE65-44E1-A5BB-CAD9BA53A080}">
      <dsp:nvSpPr>
        <dsp:cNvPr id="0" name=""/>
        <dsp:cNvSpPr/>
      </dsp:nvSpPr>
      <dsp:spPr>
        <a:xfrm>
          <a:off x="0" y="3479474"/>
          <a:ext cx="6949440" cy="1062871"/>
        </a:xfrm>
        <a:prstGeom prst="roundRect">
          <a:avLst/>
        </a:prstGeom>
        <a:solidFill>
          <a:schemeClr val="accent5">
            <a:hueOff val="6835746"/>
            <a:satOff val="-3078"/>
            <a:lumOff val="-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Modeling: implement M/M/1 function with unit tests; small CLI demo.</a:t>
          </a:r>
          <a:endParaRPr lang="en-US" sz="1900" kern="1200"/>
        </a:p>
      </dsp:txBody>
      <dsp:txXfrm>
        <a:off x="51885" y="3531359"/>
        <a:ext cx="6845670" cy="959101"/>
      </dsp:txXfrm>
    </dsp:sp>
    <dsp:sp modelId="{8BFDCA54-7374-496D-B11F-EE822CE8AFEE}">
      <dsp:nvSpPr>
        <dsp:cNvPr id="0" name=""/>
        <dsp:cNvSpPr/>
      </dsp:nvSpPr>
      <dsp:spPr>
        <a:xfrm>
          <a:off x="0" y="4597066"/>
          <a:ext cx="6949440" cy="1062871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Routing: load JavaScript Object Notation (JSON) map; A* route; draw polyline on the app screen and handle simple closure.</a:t>
          </a:r>
          <a:endParaRPr lang="en-US" sz="1900" kern="1200"/>
        </a:p>
      </dsp:txBody>
      <dsp:txXfrm>
        <a:off x="51885" y="4648951"/>
        <a:ext cx="6845670" cy="9591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FB8B07-98F8-4558-85F3-9A1F8087E2D1}">
      <dsp:nvSpPr>
        <dsp:cNvPr id="0" name=""/>
        <dsp:cNvSpPr/>
      </dsp:nvSpPr>
      <dsp:spPr>
        <a:xfrm>
          <a:off x="0" y="235978"/>
          <a:ext cx="6949440" cy="8353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baseline="0"/>
            <a:t>Mobile: Flutter SDK (recommended) or React Native; Android Studio / Xcode; devices or emulators.</a:t>
          </a:r>
          <a:endParaRPr lang="en-US" sz="2100" kern="1200"/>
        </a:p>
      </dsp:txBody>
      <dsp:txXfrm>
        <a:off x="40780" y="276758"/>
        <a:ext cx="6867880" cy="753819"/>
      </dsp:txXfrm>
    </dsp:sp>
    <dsp:sp modelId="{6A56464C-C111-4592-B388-0CAFCB5CC411}">
      <dsp:nvSpPr>
        <dsp:cNvPr id="0" name=""/>
        <dsp:cNvSpPr/>
      </dsp:nvSpPr>
      <dsp:spPr>
        <a:xfrm>
          <a:off x="0" y="1131838"/>
          <a:ext cx="6949440" cy="835379"/>
        </a:xfrm>
        <a:prstGeom prst="roundRect">
          <a:avLst/>
        </a:prstGeom>
        <a:solidFill>
          <a:schemeClr val="accent2">
            <a:hueOff val="-208266"/>
            <a:satOff val="-4326"/>
            <a:lumOff val="-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baseline="0"/>
            <a:t>Backend: Docker, Docker Compose; Node.js or Python microservices.</a:t>
          </a:r>
          <a:endParaRPr lang="en-US" sz="2100" kern="1200"/>
        </a:p>
      </dsp:txBody>
      <dsp:txXfrm>
        <a:off x="40780" y="1172618"/>
        <a:ext cx="6867880" cy="753819"/>
      </dsp:txXfrm>
    </dsp:sp>
    <dsp:sp modelId="{12143972-FBDD-4AB3-8A4A-A78B2D1CB2E9}">
      <dsp:nvSpPr>
        <dsp:cNvPr id="0" name=""/>
        <dsp:cNvSpPr/>
      </dsp:nvSpPr>
      <dsp:spPr>
        <a:xfrm>
          <a:off x="0" y="2027698"/>
          <a:ext cx="6949440" cy="835379"/>
        </a:xfrm>
        <a:prstGeom prst="roundRect">
          <a:avLst/>
        </a:prstGeom>
        <a:solidFill>
          <a:schemeClr val="accent2">
            <a:hueOff val="-416532"/>
            <a:satOff val="-8652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Dev: VS Code / IntelliJ; Git &amp; GitHub; Postman/Insomnia; Make or npm scripts.</a:t>
          </a:r>
          <a:endParaRPr lang="en-US" sz="2100" kern="1200"/>
        </a:p>
      </dsp:txBody>
      <dsp:txXfrm>
        <a:off x="40780" y="2068478"/>
        <a:ext cx="6867880" cy="753819"/>
      </dsp:txXfrm>
    </dsp:sp>
    <dsp:sp modelId="{3381400D-000E-4351-B770-9E485D81439E}">
      <dsp:nvSpPr>
        <dsp:cNvPr id="0" name=""/>
        <dsp:cNvSpPr/>
      </dsp:nvSpPr>
      <dsp:spPr>
        <a:xfrm>
          <a:off x="0" y="2923559"/>
          <a:ext cx="6949440" cy="835379"/>
        </a:xfrm>
        <a:prstGeom prst="roundRect">
          <a:avLst/>
        </a:prstGeom>
        <a:solidFill>
          <a:schemeClr val="accent2">
            <a:hueOff val="-624797"/>
            <a:satOff val="-12979"/>
            <a:lumOff val="-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baseline="0"/>
            <a:t>Testing: unit tests; Locust/K6 for load; tc/netem or toxiproxy for latency/loss simulation.</a:t>
          </a:r>
          <a:endParaRPr lang="en-US" sz="2100" kern="1200"/>
        </a:p>
      </dsp:txBody>
      <dsp:txXfrm>
        <a:off x="40780" y="2964339"/>
        <a:ext cx="6867880" cy="753819"/>
      </dsp:txXfrm>
    </dsp:sp>
    <dsp:sp modelId="{544236C0-1113-431D-ADBF-24971A5D0AD2}">
      <dsp:nvSpPr>
        <dsp:cNvPr id="0" name=""/>
        <dsp:cNvSpPr/>
      </dsp:nvSpPr>
      <dsp:spPr>
        <a:xfrm>
          <a:off x="0" y="3819419"/>
          <a:ext cx="6949440" cy="835379"/>
        </a:xfrm>
        <a:prstGeom prst="roundRect">
          <a:avLst/>
        </a:prstGeom>
        <a:solidFill>
          <a:schemeClr val="accent2">
            <a:hueOff val="-833063"/>
            <a:satOff val="-17305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0" i="0" kern="1200" baseline="0"/>
            <a:t>Maps: OSM tiles for visuals or custom SVG; in-app static graph JSON.</a:t>
          </a:r>
          <a:endParaRPr lang="en-US" sz="2100" kern="1200"/>
        </a:p>
      </dsp:txBody>
      <dsp:txXfrm>
        <a:off x="40780" y="3860199"/>
        <a:ext cx="6867880" cy="753819"/>
      </dsp:txXfrm>
    </dsp:sp>
    <dsp:sp modelId="{BC28C1EE-8447-46D1-AF8E-9549EDE44327}">
      <dsp:nvSpPr>
        <dsp:cNvPr id="0" name=""/>
        <dsp:cNvSpPr/>
      </dsp:nvSpPr>
      <dsp:spPr>
        <a:xfrm>
          <a:off x="0" y="4715279"/>
          <a:ext cx="6949440" cy="835379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Docs: Markdown; draw.io diagram; OpenAPI/Swagger.</a:t>
          </a:r>
          <a:endParaRPr lang="en-US" sz="2100" kern="1200"/>
        </a:p>
      </dsp:txBody>
      <dsp:txXfrm>
        <a:off x="40780" y="4756059"/>
        <a:ext cx="6867880" cy="7538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48EC4-1E78-48DA-B9A8-AFB71D02A83C}">
      <dsp:nvSpPr>
        <dsp:cNvPr id="0" name=""/>
        <dsp:cNvSpPr/>
      </dsp:nvSpPr>
      <dsp:spPr>
        <a:xfrm>
          <a:off x="1389887" y="2670"/>
          <a:ext cx="5559552" cy="13830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871" tIns="351304" rIns="107871" bIns="3513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 synthetic/anonymized data ONLY; no real faces/PII in the student project.</a:t>
          </a:r>
        </a:p>
      </dsp:txBody>
      <dsp:txXfrm>
        <a:off x="1389887" y="2670"/>
        <a:ext cx="5559552" cy="1383085"/>
      </dsp:txXfrm>
    </dsp:sp>
    <dsp:sp modelId="{74F07779-BBBA-4345-95A9-A4C0CA655FFF}">
      <dsp:nvSpPr>
        <dsp:cNvPr id="0" name=""/>
        <dsp:cNvSpPr/>
      </dsp:nvSpPr>
      <dsp:spPr>
        <a:xfrm>
          <a:off x="0" y="2670"/>
          <a:ext cx="1389888" cy="13830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48" tIns="136618" rIns="73548" bIns="13661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</a:t>
          </a:r>
        </a:p>
      </dsp:txBody>
      <dsp:txXfrm>
        <a:off x="0" y="2670"/>
        <a:ext cx="1389888" cy="1383085"/>
      </dsp:txXfrm>
    </dsp:sp>
    <dsp:sp modelId="{D266F836-2DF8-4D52-BB80-E1AA3DCD4031}">
      <dsp:nvSpPr>
        <dsp:cNvPr id="0" name=""/>
        <dsp:cNvSpPr/>
      </dsp:nvSpPr>
      <dsp:spPr>
        <a:xfrm>
          <a:off x="1389888" y="1468740"/>
          <a:ext cx="5559552" cy="1383085"/>
        </a:xfrm>
        <a:prstGeom prst="rect">
          <a:avLst/>
        </a:prstGeom>
        <a:solidFill>
          <a:schemeClr val="accent5">
            <a:hueOff val="3038109"/>
            <a:satOff val="-1368"/>
            <a:lumOff val="-1699"/>
            <a:alphaOff val="0"/>
          </a:schemeClr>
        </a:solidFill>
        <a:ln w="12700" cap="flat" cmpd="sng" algn="ctr">
          <a:solidFill>
            <a:schemeClr val="accent5">
              <a:hueOff val="3038109"/>
              <a:satOff val="-1368"/>
              <a:lumOff val="-16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871" tIns="351304" rIns="107871" bIns="3513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RBAC: roles for Security, Cleaning, Emergency; audit trail for actions.</a:t>
          </a:r>
        </a:p>
      </dsp:txBody>
      <dsp:txXfrm>
        <a:off x="1389888" y="1468740"/>
        <a:ext cx="5559552" cy="1383085"/>
      </dsp:txXfrm>
    </dsp:sp>
    <dsp:sp modelId="{71DA4A5C-725B-4A7E-A824-3D9BDFB09F3E}">
      <dsp:nvSpPr>
        <dsp:cNvPr id="0" name=""/>
        <dsp:cNvSpPr/>
      </dsp:nvSpPr>
      <dsp:spPr>
        <a:xfrm>
          <a:off x="0" y="1468740"/>
          <a:ext cx="1389888" cy="13830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3038109"/>
              <a:satOff val="-1368"/>
              <a:lumOff val="-16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48" tIns="136618" rIns="73548" bIns="13661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Audit</a:t>
          </a:r>
        </a:p>
      </dsp:txBody>
      <dsp:txXfrm>
        <a:off x="0" y="1468740"/>
        <a:ext cx="1389888" cy="1383085"/>
      </dsp:txXfrm>
    </dsp:sp>
    <dsp:sp modelId="{FD9096B6-B485-407F-A0C4-4631264CF170}">
      <dsp:nvSpPr>
        <dsp:cNvPr id="0" name=""/>
        <dsp:cNvSpPr/>
      </dsp:nvSpPr>
      <dsp:spPr>
        <a:xfrm>
          <a:off x="1389888" y="2934811"/>
          <a:ext cx="5559552" cy="1383085"/>
        </a:xfrm>
        <a:prstGeom prst="rect">
          <a:avLst/>
        </a:prstGeom>
        <a:solidFill>
          <a:schemeClr val="accent5">
            <a:hueOff val="6076219"/>
            <a:satOff val="-2736"/>
            <a:lumOff val="-3398"/>
            <a:alphaOff val="0"/>
          </a:schemeClr>
        </a:solidFill>
        <a:ln w="12700" cap="flat" cmpd="sng" algn="ctr">
          <a:solidFill>
            <a:schemeClr val="accent5">
              <a:hueOff val="6076219"/>
              <a:satOff val="-2736"/>
              <a:lumOff val="-33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871" tIns="351304" rIns="107871" bIns="3513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Transport security (HTTPS/WSS) where practical; sanitize inputs; rate-limit endpoints.</a:t>
          </a:r>
        </a:p>
      </dsp:txBody>
      <dsp:txXfrm>
        <a:off x="1389888" y="2934811"/>
        <a:ext cx="5559552" cy="1383085"/>
      </dsp:txXfrm>
    </dsp:sp>
    <dsp:sp modelId="{10B6E86D-C7FA-44FA-8B2D-92AB5E386704}">
      <dsp:nvSpPr>
        <dsp:cNvPr id="0" name=""/>
        <dsp:cNvSpPr/>
      </dsp:nvSpPr>
      <dsp:spPr>
        <a:xfrm>
          <a:off x="0" y="2934811"/>
          <a:ext cx="1389888" cy="13830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6076219"/>
              <a:satOff val="-2736"/>
              <a:lumOff val="-33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48" tIns="136618" rIns="73548" bIns="13661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Transport</a:t>
          </a:r>
        </a:p>
      </dsp:txBody>
      <dsp:txXfrm>
        <a:off x="0" y="2934811"/>
        <a:ext cx="1389888" cy="1383085"/>
      </dsp:txXfrm>
    </dsp:sp>
    <dsp:sp modelId="{87596CEF-DD29-4AE2-859B-F9C98BF94609}">
      <dsp:nvSpPr>
        <dsp:cNvPr id="0" name=""/>
        <dsp:cNvSpPr/>
      </dsp:nvSpPr>
      <dsp:spPr>
        <a:xfrm>
          <a:off x="1389888" y="4400882"/>
          <a:ext cx="5559552" cy="1383085"/>
        </a:xfrm>
        <a:prstGeom prst="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accent5">
              <a:hueOff val="9114327"/>
              <a:satOff val="-4104"/>
              <a:lumOff val="-50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871" tIns="351304" rIns="107871" bIns="35130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Clear scope: operational insights only; no permanent storage of sensitive data.</a:t>
          </a:r>
        </a:p>
      </dsp:txBody>
      <dsp:txXfrm>
        <a:off x="1389888" y="4400882"/>
        <a:ext cx="5559552" cy="1383085"/>
      </dsp:txXfrm>
    </dsp:sp>
    <dsp:sp modelId="{0891AE2C-CF22-4D60-B10E-C9BABA6A89B8}">
      <dsp:nvSpPr>
        <dsp:cNvPr id="0" name=""/>
        <dsp:cNvSpPr/>
      </dsp:nvSpPr>
      <dsp:spPr>
        <a:xfrm>
          <a:off x="0" y="4400882"/>
          <a:ext cx="1389888" cy="13830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9114327"/>
              <a:satOff val="-4104"/>
              <a:lumOff val="-50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548" tIns="136618" rIns="73548" bIns="13661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Scope</a:t>
          </a:r>
        </a:p>
      </dsp:txBody>
      <dsp:txXfrm>
        <a:off x="0" y="4400882"/>
        <a:ext cx="1389888" cy="13830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2B66A-927D-404D-8655-CE2A81C8E64E}">
      <dsp:nvSpPr>
        <dsp:cNvPr id="0" name=""/>
        <dsp:cNvSpPr/>
      </dsp:nvSpPr>
      <dsp:spPr>
        <a:xfrm>
          <a:off x="1295703" y="967599"/>
          <a:ext cx="1032525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BDDAB6-86B8-4448-9940-1DE429EA6AFC}">
      <dsp:nvSpPr>
        <dsp:cNvPr id="0" name=""/>
        <dsp:cNvSpPr/>
      </dsp:nvSpPr>
      <dsp:spPr>
        <a:xfrm>
          <a:off x="2390180" y="880816"/>
          <a:ext cx="118740" cy="223188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ECB342-4FD9-48EE-96AE-5103F98C4712}">
      <dsp:nvSpPr>
        <dsp:cNvPr id="0" name=""/>
        <dsp:cNvSpPr/>
      </dsp:nvSpPr>
      <dsp:spPr>
        <a:xfrm>
          <a:off x="629314" y="430312"/>
          <a:ext cx="1074647" cy="10746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02" tIns="41702" rIns="41702" bIns="41702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1</a:t>
          </a:r>
        </a:p>
      </dsp:txBody>
      <dsp:txXfrm>
        <a:off x="786692" y="587690"/>
        <a:ext cx="759891" cy="759891"/>
      </dsp:txXfrm>
    </dsp:sp>
    <dsp:sp modelId="{44F2C5E5-D00F-4402-B7D8-620AC2B40737}">
      <dsp:nvSpPr>
        <dsp:cNvPr id="0" name=""/>
        <dsp:cNvSpPr/>
      </dsp:nvSpPr>
      <dsp:spPr>
        <a:xfrm>
          <a:off x="5046" y="1670556"/>
          <a:ext cx="232318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255" tIns="165100" rIns="18325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Finalize MVP scope/backlog aligned with Semester 1 MS1–MS3 calendar.</a:t>
          </a:r>
          <a:endParaRPr lang="en-US" sz="1100" kern="1200"/>
        </a:p>
      </dsp:txBody>
      <dsp:txXfrm>
        <a:off x="5046" y="2063676"/>
        <a:ext cx="2323182" cy="1572480"/>
      </dsp:txXfrm>
    </dsp:sp>
    <dsp:sp modelId="{C37D3FA9-1FA0-4AF1-B73C-0CC4E7CFD084}">
      <dsp:nvSpPr>
        <dsp:cNvPr id="0" name=""/>
        <dsp:cNvSpPr/>
      </dsp:nvSpPr>
      <dsp:spPr>
        <a:xfrm>
          <a:off x="2586360" y="967561"/>
          <a:ext cx="232318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9074E-30CF-4BF5-9614-614888DC741A}">
      <dsp:nvSpPr>
        <dsp:cNvPr id="0" name=""/>
        <dsp:cNvSpPr/>
      </dsp:nvSpPr>
      <dsp:spPr>
        <a:xfrm>
          <a:off x="4971495" y="880780"/>
          <a:ext cx="118740" cy="22323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C49B6F-DBAB-4B83-8DD2-5D5EB91C521C}">
      <dsp:nvSpPr>
        <dsp:cNvPr id="0" name=""/>
        <dsp:cNvSpPr/>
      </dsp:nvSpPr>
      <dsp:spPr>
        <a:xfrm>
          <a:off x="3210628" y="430274"/>
          <a:ext cx="1074647" cy="10746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02" tIns="41702" rIns="41702" bIns="41702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2</a:t>
          </a:r>
        </a:p>
      </dsp:txBody>
      <dsp:txXfrm>
        <a:off x="3368006" y="587652"/>
        <a:ext cx="759891" cy="759891"/>
      </dsp:txXfrm>
    </dsp:sp>
    <dsp:sp modelId="{44219288-DE60-4CD7-A482-B35D669DB365}">
      <dsp:nvSpPr>
        <dsp:cNvPr id="0" name=""/>
        <dsp:cNvSpPr/>
      </dsp:nvSpPr>
      <dsp:spPr>
        <a:xfrm>
          <a:off x="2586360" y="1670516"/>
          <a:ext cx="232318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255" tIns="165100" rIns="18325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Confirm unified schemas for crowd/maintenance/emergency/evac topics.</a:t>
          </a:r>
          <a:endParaRPr lang="en-US" sz="1100" kern="1200"/>
        </a:p>
      </dsp:txBody>
      <dsp:txXfrm>
        <a:off x="2586360" y="2063636"/>
        <a:ext cx="2323182" cy="1572480"/>
      </dsp:txXfrm>
    </dsp:sp>
    <dsp:sp modelId="{AAA64622-B2D0-4F54-BFFA-D2C6F0D0AFE7}">
      <dsp:nvSpPr>
        <dsp:cNvPr id="0" name=""/>
        <dsp:cNvSpPr/>
      </dsp:nvSpPr>
      <dsp:spPr>
        <a:xfrm>
          <a:off x="5167675" y="967579"/>
          <a:ext cx="232318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31246-9ADD-48DD-BB39-3340153E4F94}">
      <dsp:nvSpPr>
        <dsp:cNvPr id="0" name=""/>
        <dsp:cNvSpPr/>
      </dsp:nvSpPr>
      <dsp:spPr>
        <a:xfrm>
          <a:off x="7552809" y="880795"/>
          <a:ext cx="118740" cy="22325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5C306C-C92A-4965-930A-9F5A14D8BADC}">
      <dsp:nvSpPr>
        <dsp:cNvPr id="0" name=""/>
        <dsp:cNvSpPr/>
      </dsp:nvSpPr>
      <dsp:spPr>
        <a:xfrm>
          <a:off x="5791942" y="430291"/>
          <a:ext cx="1074647" cy="10746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02" tIns="41702" rIns="41702" bIns="41702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3</a:t>
          </a:r>
        </a:p>
      </dsp:txBody>
      <dsp:txXfrm>
        <a:off x="5949320" y="587669"/>
        <a:ext cx="759891" cy="759891"/>
      </dsp:txXfrm>
    </dsp:sp>
    <dsp:sp modelId="{16676E97-601D-4EA1-904A-B51264F7F813}">
      <dsp:nvSpPr>
        <dsp:cNvPr id="0" name=""/>
        <dsp:cNvSpPr/>
      </dsp:nvSpPr>
      <dsp:spPr>
        <a:xfrm>
          <a:off x="5167675" y="1670556"/>
          <a:ext cx="232318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255" tIns="165100" rIns="18325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Implement hazard-aware A* and closure handling in emulator and app.</a:t>
          </a:r>
          <a:endParaRPr lang="en-US" sz="1100" kern="1200"/>
        </a:p>
      </dsp:txBody>
      <dsp:txXfrm>
        <a:off x="5167675" y="2063676"/>
        <a:ext cx="2323182" cy="1572480"/>
      </dsp:txXfrm>
    </dsp:sp>
    <dsp:sp modelId="{C2831064-0366-49E5-B446-20AD4C9D10EE}">
      <dsp:nvSpPr>
        <dsp:cNvPr id="0" name=""/>
        <dsp:cNvSpPr/>
      </dsp:nvSpPr>
      <dsp:spPr>
        <a:xfrm>
          <a:off x="7748989" y="967579"/>
          <a:ext cx="1161591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617774-2176-46C1-A57C-2F40F8E0B16D}">
      <dsp:nvSpPr>
        <dsp:cNvPr id="0" name=""/>
        <dsp:cNvSpPr/>
      </dsp:nvSpPr>
      <dsp:spPr>
        <a:xfrm>
          <a:off x="8373256" y="430291"/>
          <a:ext cx="1074647" cy="10746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02" tIns="41702" rIns="41702" bIns="41702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4</a:t>
          </a:r>
        </a:p>
      </dsp:txBody>
      <dsp:txXfrm>
        <a:off x="8530634" y="587669"/>
        <a:ext cx="759891" cy="759891"/>
      </dsp:txXfrm>
    </dsp:sp>
    <dsp:sp modelId="{B772528B-69E7-4405-B3F6-C31244525188}">
      <dsp:nvSpPr>
        <dsp:cNvPr id="0" name=""/>
        <dsp:cNvSpPr/>
      </dsp:nvSpPr>
      <dsp:spPr>
        <a:xfrm>
          <a:off x="7748989" y="1670556"/>
          <a:ext cx="232318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255" tIns="165100" rIns="18325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Prepare MS3 (mid-term) MVP demo script: surge + SOS + closure + reroute.</a:t>
          </a:r>
          <a:endParaRPr lang="en-US" sz="1100" kern="1200"/>
        </a:p>
      </dsp:txBody>
      <dsp:txXfrm>
        <a:off x="7748989" y="2063676"/>
        <a:ext cx="2323182" cy="1572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8B6DDC-ECE8-96F3-ECE4-03DAB6C426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5C3B6-D571-0D5E-9873-24F31FCC17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66280-13AE-4A3E-A124-83E2BCC8EFB9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BE70A-8C19-3F8C-02A9-15BC0CDDCC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5AFD63-EA32-6264-D032-1F17A1ACF0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F7C3D-C22C-4A11-81F8-6E71CBF920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2596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1F3029-DE4E-480D-98EB-12298A9CFC9B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7EFC7-4A34-4BD5-A223-35970E103D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00157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2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6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903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87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98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1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9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0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54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77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28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1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9CE04-5421-549E-A1C7-3B1A952B8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940" y="473829"/>
            <a:ext cx="11294162" cy="1170252"/>
          </a:xfrm>
        </p:spPr>
        <p:txBody>
          <a:bodyPr>
            <a:normAutofit/>
          </a:bodyPr>
          <a:lstStyle/>
          <a:p>
            <a:pPr algn="l"/>
            <a:r>
              <a:rPr lang="sv-SE" sz="3700" dirty="0"/>
              <a:t>Smart Stadium Staff App (OpsLite) — Project Kickoff</a:t>
            </a:r>
            <a:endParaRPr lang="en-GB" sz="37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CD3D6-9F64-5B5A-A5D6-842976AD7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314" y="5753707"/>
            <a:ext cx="11294163" cy="489151"/>
          </a:xfrm>
        </p:spPr>
        <p:txBody>
          <a:bodyPr anchor="t">
            <a:normAutofit/>
          </a:bodyPr>
          <a:lstStyle/>
          <a:p>
            <a:pPr algn="r"/>
            <a:r>
              <a:rPr lang="en-GB" sz="2000"/>
              <a:t>One Academic Year 2025-2026</a:t>
            </a:r>
          </a:p>
        </p:txBody>
      </p:sp>
      <p:pic>
        <p:nvPicPr>
          <p:cNvPr id="4" name="Picture 3" descr="Two referees near the goal signaling touchdown to large stadium">
            <a:extLst>
              <a:ext uri="{FF2B5EF4-FFF2-40B4-BE49-F238E27FC236}">
                <a16:creationId xmlns:a16="http://schemas.microsoft.com/office/drawing/2014/main" id="{E2A77A3A-9491-FC53-6177-8981AE3F0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57"/>
          <a:stretch>
            <a:fillRect/>
          </a:stretch>
        </p:blipFill>
        <p:spPr>
          <a:xfrm>
            <a:off x="1926544" y="1778654"/>
            <a:ext cx="4125947" cy="3840480"/>
          </a:xfrm>
          <a:prstGeom prst="rect">
            <a:avLst/>
          </a:prstGeom>
        </p:spPr>
      </p:pic>
      <p:pic>
        <p:nvPicPr>
          <p:cNvPr id="1026" name="Picture 2" descr="Universidade de Aveiro | University ...">
            <a:extLst>
              <a:ext uri="{FF2B5EF4-FFF2-40B4-BE49-F238E27FC236}">
                <a16:creationId xmlns:a16="http://schemas.microsoft.com/office/drawing/2014/main" id="{AA5C395A-DF44-2D0A-7DE9-F87789905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0925" y="2661212"/>
            <a:ext cx="5559552" cy="2075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50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58FA8-BB6A-BC3E-E403-76C378DA4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Project  Acronym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527B0-0B72-7D0E-3C55-B9B2A2308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579" y="1621911"/>
            <a:ext cx="5500380" cy="5191229"/>
          </a:xfrm>
          <a:noFill/>
        </p:spPr>
        <p:txBody>
          <a:bodyPr wrap="square">
            <a:spAutoFit/>
          </a:bodyPr>
          <a:lstStyle/>
          <a:p>
            <a:pPr marL="0"/>
            <a:r>
              <a:rPr lang="en-GB" sz="1600" dirty="0"/>
              <a:t>MVP — Minimum Viable Product.</a:t>
            </a:r>
          </a:p>
          <a:p>
            <a:pPr marL="0"/>
            <a:r>
              <a:rPr lang="en-GB" sz="1600" dirty="0"/>
              <a:t>UI — User Interface; UX — User Experience.</a:t>
            </a:r>
          </a:p>
          <a:p>
            <a:pPr marL="0"/>
            <a:r>
              <a:rPr lang="en-GB" sz="1600" dirty="0"/>
              <a:t>PT/EN — Portuguese/English (languages for the UI).</a:t>
            </a:r>
          </a:p>
          <a:p>
            <a:pPr marL="0"/>
            <a:r>
              <a:rPr lang="en-GB" sz="1600" dirty="0"/>
              <a:t>i18n — Internationalization; l10n — Localization.</a:t>
            </a:r>
          </a:p>
          <a:p>
            <a:pPr marL="0"/>
            <a:r>
              <a:rPr lang="en-GB" sz="1600" dirty="0"/>
              <a:t>WS — WebSocket (persistent two-way connection).</a:t>
            </a:r>
          </a:p>
          <a:p>
            <a:pPr marL="0"/>
            <a:r>
              <a:rPr lang="en-GB" sz="1600" dirty="0"/>
              <a:t>HTTP — Hypertext Transfer Protocol; SSE — Server-Sent Events.</a:t>
            </a:r>
          </a:p>
          <a:p>
            <a:r>
              <a:rPr lang="en-GB" sz="1600" dirty="0"/>
              <a:t>API — Application Programming Interface.</a:t>
            </a:r>
          </a:p>
          <a:p>
            <a:r>
              <a:rPr lang="en-GB" sz="1600" dirty="0"/>
              <a:t>MEC — Multi-access Edge Computing; Edge AI — AI at/near data source.</a:t>
            </a:r>
          </a:p>
          <a:p>
            <a:r>
              <a:rPr lang="en-GB" sz="1600" dirty="0"/>
              <a:t>5G — Fifth-Generation cellular network.</a:t>
            </a:r>
          </a:p>
          <a:p>
            <a:pPr marL="0"/>
            <a:endParaRPr lang="en-GB" sz="1600" dirty="0"/>
          </a:p>
          <a:p>
            <a:pPr marL="0"/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EA446-2D3F-EB11-672E-D18799ADA2D9}"/>
              </a:ext>
            </a:extLst>
          </p:cNvPr>
          <p:cNvSpPr txBox="1"/>
          <p:nvPr/>
        </p:nvSpPr>
        <p:spPr>
          <a:xfrm>
            <a:off x="5670959" y="1621911"/>
            <a:ext cx="6327909" cy="421557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indent="-2286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lvl1pPr>
            <a:lvl2pPr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6858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3pPr>
            <a:lvl4pPr marL="914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/>
            </a:lvl4pPr>
            <a:lvl5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sz="1600" dirty="0"/>
              <a:t>QoS — Quality of Service (network performance guarantees).</a:t>
            </a:r>
          </a:p>
          <a:p>
            <a:r>
              <a:rPr lang="en-GB" sz="1600" dirty="0"/>
              <a:t>KPI — Key Performance Indicator; SUS — System Usability Scale.</a:t>
            </a:r>
          </a:p>
          <a:p>
            <a:r>
              <a:rPr lang="en-GB" sz="1600" dirty="0"/>
              <a:t>MAE — Mean Absolute Error (prediction accuracy metric).</a:t>
            </a:r>
          </a:p>
          <a:p>
            <a:r>
              <a:rPr lang="en-GB" sz="1600" dirty="0"/>
              <a:t>BLE — Bluetooth Low Energy.</a:t>
            </a:r>
          </a:p>
          <a:p>
            <a:r>
              <a:rPr lang="en-GB" sz="1600" dirty="0"/>
              <a:t>PII — Personally Identifiable Information.</a:t>
            </a:r>
          </a:p>
          <a:p>
            <a:r>
              <a:rPr lang="en-GB" sz="1600" dirty="0"/>
              <a:t>ASR — Automatic Speech Recognition; TTS — Text-to-Speech; NLU — Natural Language Understanding.</a:t>
            </a:r>
          </a:p>
          <a:p>
            <a:r>
              <a:rPr lang="en-GB" sz="1600" dirty="0"/>
              <a:t>STM32N6 — A class of STM32 microcontrollers used for embedded/edge AI (conceptual reference).</a:t>
            </a:r>
          </a:p>
          <a:p>
            <a:r>
              <a:rPr lang="en-GB" sz="1600" dirty="0"/>
              <a:t>RBAC — Role-Based Access Control.</a:t>
            </a:r>
          </a:p>
        </p:txBody>
      </p:sp>
    </p:spTree>
    <p:extLst>
      <p:ext uri="{BB962C8B-B14F-4D97-AF65-F5344CB8AC3E}">
        <p14:creationId xmlns:p14="http://schemas.microsoft.com/office/powerpoint/2010/main" val="3631845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8BABEC-5A55-11DD-CB83-FBDAF7EC1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GB" dirty="0"/>
              <a:t>Project Objective &amp; Outcomes</a:t>
            </a:r>
          </a:p>
        </p:txBody>
      </p: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D36FB136-12E3-59F9-3F79-0D34E61B8B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683" r="10523" b="-1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CCCC7-A079-8A9D-685D-B0507C8FB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GB" sz="1800"/>
              <a:t>Build a lightweight staff mobile app for stadium operations (Security, Cleaning, Supervisor).</a:t>
            </a:r>
          </a:p>
          <a:p>
            <a:r>
              <a:rPr lang="en-GB" sz="1800"/>
              <a:t>Minimum Viable Product (MVP) features: Crowd heatmaps &amp; gate wait-times, maintenance (bin-full) alerts + shortest-path routing, role-based User Interface (UI) (PT/EN).</a:t>
            </a:r>
          </a:p>
          <a:p>
            <a:r>
              <a:rPr lang="en-GB" sz="1800"/>
              <a:t>Stretch: VIP fast-track check (synthetic), suspicious/prohibited-item alert list (simulated).</a:t>
            </a:r>
          </a:p>
          <a:p>
            <a:r>
              <a:rPr lang="en-GB" sz="1800"/>
              <a:t>Deliverables: App binaries + source, Edge/MEC emulator, synthetic data generator, test report, ethics/privacy note, demo video.</a:t>
            </a:r>
          </a:p>
          <a:p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86750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0E86E8-93B6-487F-A6CB-D6F39BBCF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GB" sz="4000"/>
              <a:t>Roles &amp; Team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7D8F30-6124-62D3-CD02-453F04C310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336563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1880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409633-27FA-0557-B359-AEF856A8B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GB" dirty="0"/>
              <a:t>MVP Scope &amp; Acceptance Criteria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731CD6-9894-BFD3-E220-4FF2A50DDD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0589184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355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19FAF-E82E-BFE3-F00D-9F027224C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GB" dirty="0"/>
              <a:t>System Architecture (High-Level)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9912F-3F99-0307-D200-A08C4F69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600"/>
              <a:t>WS — WebSocket Persistent two-way connection for real-time updates.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GB" sz="600"/>
              <a:t> Example: Push crowd updates instantly to phones.</a:t>
            </a:r>
            <a:endParaRPr lang="en-US" sz="60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67B9BCF-ADD4-FEB8-49C3-50E5A63C6C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6089603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5428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2AA8E-EF3C-439D-37C6-EB97A8DB5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API &amp; Event Examples (Unified)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547C5-8054-0465-5889-AC433786A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330" y="1510604"/>
            <a:ext cx="2761258" cy="157654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Push live data via WS; use HTTP for queries/acks; keep schemas stable.</a:t>
            </a:r>
          </a:p>
          <a:p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58705-4C8E-B624-A15A-760E1B3CA40E}"/>
              </a:ext>
            </a:extLst>
          </p:cNvPr>
          <p:cNvSpPr txBox="1"/>
          <p:nvPr/>
        </p:nvSpPr>
        <p:spPr>
          <a:xfrm>
            <a:off x="2842588" y="1443641"/>
            <a:ext cx="9268082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SzPts val="1200"/>
              <a:buFont typeface="Arial" panose="020B0604020202020204" pitchFamily="34" charset="0"/>
              <a:buChar char="•"/>
            </a:pP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 WebSocket topics
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ws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/crowd         # gate counts &amp; heatmap
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ws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waittime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   # wait-time updates
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ws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/maintenance   # bin events &amp; assignments
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ws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/emergency     # SOS events, responder assignments, status
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ws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/evac          # evacuation advisories &amp; closures
# Example messages (JSON)
{ "type":"crowd_update","gate":"G12","count":184,"heat":"red","ts":"2025-10-06T19:20:00Z" }
{ "type":"bin_alert","bin_id":"BIN-A12","fill_pct":92,"poi_node":"N27","ts":"2025-10-06T19:21:00Z" }
{ "type":"sos_event","id":"SOS-5a12","prio":"high","loc":"N42","details":"fainting","ts":"2025-10-06T19:22:00Z" }
{ "type":"responder_assign","sos":"SOS-5a12","responder":"u204","eta_sec":120,"route":["N10","N23","N42"] }
{ "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type":"evac_update","closure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":{"edge":"N23-N24","reason":"smoke"},"ts":"2025-10-06T19:23:00Z" }
# HTTP endpoints
GET  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api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/gates
GET  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api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waittime?gate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=G12
GET  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api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route?from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=N10&amp;to=N42
GET  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api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/emergency/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nearest?loc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=N42&amp;role=medic
POST 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api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/ack
PATCH /</a:t>
            </a:r>
            <a:r>
              <a:rPr lang="en-US" sz="13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api</a:t>
            </a:r>
            <a:r>
              <a:rPr lang="en-US" sz="13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/map/closure</a:t>
            </a:r>
          </a:p>
        </p:txBody>
      </p:sp>
    </p:spTree>
    <p:extLst>
      <p:ext uri="{BB962C8B-B14F-4D97-AF65-F5344CB8AC3E}">
        <p14:creationId xmlns:p14="http://schemas.microsoft.com/office/powerpoint/2010/main" val="3872730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A089-1794-5720-58B2-E7398217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Routing (A*): Hazards &amp; Closures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27363-1F26-DC32-1E79-C7B3926A3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3355345" cy="14135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Edge cost = distance + hazard penalty; skip closed edges; reroute on updates.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4177E-4D1C-3AEC-2DD9-1CB2F825B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0752" y="6309360"/>
            <a:ext cx="3355346" cy="365125"/>
          </a:xfrm>
        </p:spPr>
        <p:txBody>
          <a:bodyPr/>
          <a:lstStyle/>
          <a:p>
            <a:pPr algn="just"/>
            <a:r>
              <a:rPr lang="en-GB" dirty="0"/>
              <a:t>A* (A-star) Pathfinding algorithm for shortest routes. Example: Route cleaner to nearest full bin.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17004-76EB-2934-2CEF-234F26180955}"/>
              </a:ext>
            </a:extLst>
          </p:cNvPr>
          <p:cNvSpPr txBox="1"/>
          <p:nvPr/>
        </p:nvSpPr>
        <p:spPr>
          <a:xfrm>
            <a:off x="5176708" y="1580000"/>
            <a:ext cx="609460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SzPts val="1200"/>
              <a:buFont typeface="Arial" panose="020B0604020202020204" pitchFamily="34" charset="0"/>
              <a:buChar char="•"/>
            </a:pP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 Map graph (JSON) with hazards
{
  "nodes":[{"id":"N1"},{"id":"N2"},{"id":"N3"},{"id":"N42"}],
  "edges":[
    {"from":"N1","to":"N2","w":10},
    {"from":"N2","to":"N3","w":6},
    {"from":"N3","to":"N42","w":8, "penalty":{"smoke":5,"crowd":3}}
  ],
  "closures":[{"edge":"N2-N3","reason":"spill","since":"2025-10-06T19:15:00Z"}]
}
</a:t>
            </a:r>
          </a:p>
        </p:txBody>
      </p:sp>
    </p:spTree>
    <p:extLst>
      <p:ext uri="{BB962C8B-B14F-4D97-AF65-F5344CB8AC3E}">
        <p14:creationId xmlns:p14="http://schemas.microsoft.com/office/powerpoint/2010/main" val="2769910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C6617-BACB-9888-9F33-BEC55E4B9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Modeling</a:t>
            </a:r>
            <a:r>
              <a:rPr lang="en-GB" dirty="0"/>
              <a:t>: Queueing for Gate Wait-Time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17F72-1A5B-48C4-709F-F82D79BCA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3766406" cy="1631675"/>
          </a:xfrm>
        </p:spPr>
        <p:txBody>
          <a:bodyPr/>
          <a:lstStyle/>
          <a:p>
            <a:r>
              <a:rPr lang="en-GB" dirty="0"/>
              <a:t>Start with M/M/1; extend to M/M/k if needed. Smooth inputs with moving average or Bayesian updates.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4BD1B-4610-E875-5952-558119A6783C}"/>
              </a:ext>
            </a:extLst>
          </p:cNvPr>
          <p:cNvSpPr txBox="1"/>
          <p:nvPr/>
        </p:nvSpPr>
        <p:spPr>
          <a:xfrm>
            <a:off x="5689833" y="1508046"/>
            <a:ext cx="609460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SzPts val="1200"/>
              <a:buFont typeface="Arial" panose="020B0604020202020204" pitchFamily="34" charset="0"/>
              <a:buChar char="•"/>
            </a:pP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# M/M/1 Wait-Time Estimation (simplified)
# lambda = arrival rate (people/min)
# mu = service rate (people/min) per lane
# k = number of lanes (use M/M/k to extend)
rho = lambda / mu
if rho &gt;= 1.0:
    # unstable; cap or trigger alert
   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wait_time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'High/Unstable'
else:
    # Expected waiting time in queue (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Wq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 for M/M/1:
   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Wq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(rho / (mu - lambda))
    # Total time in system (W) =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Wq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+ 1/mu
    W =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Wq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+ 1/mu
   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wait_time_minutes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W</a:t>
            </a:r>
          </a:p>
        </p:txBody>
      </p:sp>
    </p:spTree>
    <p:extLst>
      <p:ext uri="{BB962C8B-B14F-4D97-AF65-F5344CB8AC3E}">
        <p14:creationId xmlns:p14="http://schemas.microsoft.com/office/powerpoint/2010/main" val="3174476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2A1D-6898-53EC-2204-73567F44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Algorithms: Emergencies &amp; Evacuation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557AF-1316-A3DE-C9EB-D7933FD39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2399001" cy="161489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Use penalties for smoke/crowd; replan quickly on closures.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C86C2-983B-964F-2F0B-B7AB29E6B225}"/>
              </a:ext>
            </a:extLst>
          </p:cNvPr>
          <p:cNvSpPr txBox="1"/>
          <p:nvPr/>
        </p:nvSpPr>
        <p:spPr>
          <a:xfrm>
            <a:off x="4632821" y="1294450"/>
            <a:ext cx="609460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SzPts val="1200"/>
              <a:buFont typeface="Arial" panose="020B0604020202020204" pitchFamily="34" charset="0"/>
              <a:buChar char="•"/>
            </a:pP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// Hazard-aware A*
function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hazardAwareAStar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(graph, start, goal,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hazardPenalty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):
  for edge in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graph.edges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:
    if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edge.closed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: continue
   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edge.cost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edge.length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+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hazardPenalty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(edge)
  return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AStar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(graph, start, goal, heuristic=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euclidean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
// Nearest responder
function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assignNearestResponder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(loc, responders):
  return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argmin_r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distance(graph,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r.loc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, loc)
// Incremental replan
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onClosure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(edge): </a:t>
            </a:r>
            <a:r>
              <a:rPr lang="en-US" sz="1800" b="0" i="0" u="none" strike="noStrike" kern="1200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updateGraph</a:t>
            </a:r>
            <a:r>
              <a:rPr lang="en-US" sz="1800" b="0" i="0" u="none" strike="noStrike" kern="1200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(edge); replan() // consider D* Lite for speed
</a:t>
            </a:r>
          </a:p>
        </p:txBody>
      </p:sp>
    </p:spTree>
    <p:extLst>
      <p:ext uri="{BB962C8B-B14F-4D97-AF65-F5344CB8AC3E}">
        <p14:creationId xmlns:p14="http://schemas.microsoft.com/office/powerpoint/2010/main" val="3834514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1AB80-6787-C6E6-95BC-C8EC4CA31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4" y="1635260"/>
            <a:ext cx="3348297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Semester 1 Calendar &amp; Milestones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8D6C2-DCF1-25D6-95A7-BDAD4142BF8F}"/>
              </a:ext>
            </a:extLst>
          </p:cNvPr>
          <p:cNvSpPr txBox="1"/>
          <p:nvPr/>
        </p:nvSpPr>
        <p:spPr>
          <a:xfrm>
            <a:off x="510074" y="4003563"/>
            <a:ext cx="3348297" cy="1184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1500" b="0" i="0" u="none" strike="noStrike" baseline="0"/>
              <a:t>MS1: lifecycle objectives/calendar • M2: architecture validated • MS3: MVP prototype (mid-term).</a:t>
            </a:r>
          </a:p>
        </p:txBody>
      </p:sp>
      <p:pic>
        <p:nvPicPr>
          <p:cNvPr id="4" name="Picture 3" descr="image001.png">
            <a:extLst>
              <a:ext uri="{FF2B5EF4-FFF2-40B4-BE49-F238E27FC236}">
                <a16:creationId xmlns:a16="http://schemas.microsoft.com/office/drawing/2014/main" id="{EB0BD90C-ED5A-1626-2D00-7A202DB7D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099" y="1125082"/>
            <a:ext cx="7390808" cy="460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55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99E4E-EA87-AAE0-6A1F-B9638BD5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39"/>
            <a:ext cx="3977640" cy="57196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Timeline (An academic year) &amp; Milestones — Full Year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628FC-DD89-73E8-3046-90579EB33513}"/>
              </a:ext>
            </a:extLst>
          </p:cNvPr>
          <p:cNvSpPr txBox="1"/>
          <p:nvPr/>
        </p:nvSpPr>
        <p:spPr>
          <a:xfrm>
            <a:off x="5387542" y="548639"/>
            <a:ext cx="6189780" cy="58613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SzPts val="3200"/>
              <a:buFont typeface="Arial" panose="020B0604020202020204" pitchFamily="34" charset="0"/>
              <a:buChar char="•"/>
            </a:pPr>
            <a:r>
              <a:rPr lang="en-US" sz="1700" b="0" i="0" u="none" strike="noStrike" baseline="0"/>
              <a:t>W1–W2: Vision, wireframes, API contracts, KPI targets (align with MS1).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SzPts val="3200"/>
              <a:buFont typeface="Arial" panose="020B0604020202020204" pitchFamily="34" charset="0"/>
              <a:buChar char="•"/>
            </a:pPr>
            <a:r>
              <a:rPr lang="en-US" sz="1700" b="0" i="0" u="none" strike="noStrike" baseline="0"/>
              <a:t>W3–W6: App shell, role views, WS backbone, emulator scaffolding.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SzPts val="3200"/>
              <a:buFont typeface="Arial" panose="020B0604020202020204" pitchFamily="34" charset="0"/>
              <a:buChar char="•"/>
            </a:pPr>
            <a:r>
              <a:rPr lang="en-US" sz="1700" b="0" i="0" u="none" strike="noStrike" baseline="0"/>
              <a:t>W7–W9: Crowd heatmap + thresholds, queueing v1, emergency flows.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SzPts val="3200"/>
              <a:buFont typeface="Arial" panose="020B0604020202020204" pitchFamily="34" charset="0"/>
              <a:buChar char="•"/>
            </a:pPr>
            <a:r>
              <a:rPr lang="en-US" sz="1700" b="0" i="0" u="none" strike="noStrike" baseline="0"/>
              <a:t>W10: </a:t>
            </a:r>
            <a:r>
              <a:rPr lang="en-US" sz="1700" b="1" i="0" u="none" strike="noStrike" baseline="0"/>
              <a:t>Milestone M1 (semester calendar): </a:t>
            </a:r>
            <a:r>
              <a:rPr lang="en-US" sz="1700" b="0" i="0" u="none" strike="noStrike" baseline="0"/>
              <a:t>live heatmap + alerts + basic wait-time.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SzPts val="3200"/>
              <a:buFont typeface="Arial" panose="020B0604020202020204" pitchFamily="34" charset="0"/>
              <a:buChar char="•"/>
            </a:pPr>
            <a:r>
              <a:rPr lang="en-US" sz="1700" b="0" i="0" u="none" strike="noStrike" baseline="0"/>
              <a:t>W11–W14: Maintenance + hazard-aware routing + reroute tests.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SzPts val="3200"/>
              <a:buFont typeface="Arial" panose="020B0604020202020204" pitchFamily="34" charset="0"/>
              <a:buChar char="•"/>
            </a:pPr>
            <a:r>
              <a:rPr lang="en-US" sz="1700" b="0" i="0" u="none" strike="noStrike" baseline="0"/>
              <a:t>W15–W18: Robustness (offline cache, retries, fault injection).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SzPts val="3200"/>
              <a:buFont typeface="Arial" panose="020B0604020202020204" pitchFamily="34" charset="0"/>
              <a:buChar char="•"/>
            </a:pPr>
            <a:r>
              <a:rPr lang="en-US" sz="1700" b="1" i="0" u="none" strike="noStrike" baseline="0"/>
              <a:t>W19: Milestone M2 (architecture validated end-to-end).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SzPts val="3200"/>
              <a:buFont typeface="Arial" panose="020B0604020202020204" pitchFamily="34" charset="0"/>
              <a:buChar char="•"/>
            </a:pPr>
            <a:r>
              <a:rPr lang="en-US" sz="1700" b="0" i="0" u="none" strike="noStrike" baseline="0"/>
              <a:t>W20–W24: Optional: VIP check, suspicious/prohibited alert list.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SzPts val="3200"/>
              <a:buFont typeface="Arial" panose="020B0604020202020204" pitchFamily="34" charset="0"/>
              <a:buChar char="•"/>
            </a:pPr>
            <a:r>
              <a:rPr lang="en-US" sz="1700" b="1" i="0" u="none" strike="noStrike" baseline="0"/>
              <a:t>W25–W28: Validation (usability tests, KPIs).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SzPts val="3200"/>
              <a:buFont typeface="Arial" panose="020B0604020202020204" pitchFamily="34" charset="0"/>
              <a:buChar char="•"/>
            </a:pPr>
            <a:r>
              <a:rPr lang="en-US" sz="1700" b="1" i="0" u="none" strike="noStrike" baseline="0"/>
              <a:t>W29–W30: Final polish, report, poster, demo video.</a:t>
            </a:r>
          </a:p>
        </p:txBody>
      </p:sp>
    </p:spTree>
    <p:extLst>
      <p:ext uri="{BB962C8B-B14F-4D97-AF65-F5344CB8AC3E}">
        <p14:creationId xmlns:p14="http://schemas.microsoft.com/office/powerpoint/2010/main" val="591814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8756AA-C0D2-4F04-6FDA-B3D2EF41B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GB" dirty="0"/>
              <a:t>Getting Started: First 7–15 Days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640498-EF5F-57D6-5269-A80607D278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726100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8604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F4AF04-C8A5-FE34-21F3-78B5B5801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Resources &amp; Tools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AD12BDCC-A013-CC4B-D3C9-C43CA949DD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646627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4820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DFEA3B-6934-B34B-1FB8-20689465D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GB" sz="4000"/>
              <a:t>Security, Privacy &amp; Ethics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D4B9A8-03A7-D885-2499-DF449F8AF2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560981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6972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8DDF3-DE61-7859-F1FE-CD612D557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GB" dirty="0"/>
              <a:t>Next Steps</a:t>
            </a:r>
            <a:endParaRPr lang="en-GB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D6A0AF-6C3D-D45C-7347-EF4063E15A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1111227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485844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2877</TotalTime>
  <Words>1859</Words>
  <Application>Microsoft Office PowerPoint</Application>
  <PresentationFormat>Widescreen</PresentationFormat>
  <Paragraphs>106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Courier New</vt:lpstr>
      <vt:lpstr>Neue Haas Grotesk Text Pro</vt:lpstr>
      <vt:lpstr>VanillaVTI</vt:lpstr>
      <vt:lpstr>Smart Stadium Staff App (OpsLite) — Project Kickoff</vt:lpstr>
      <vt:lpstr> Project  Acronym</vt:lpstr>
      <vt:lpstr>Project Objective &amp; Outcomes</vt:lpstr>
      <vt:lpstr>Roles &amp; Team</vt:lpstr>
      <vt:lpstr>MVP Scope &amp; Acceptance Criteria</vt:lpstr>
      <vt:lpstr>System Architecture (High-Level)</vt:lpstr>
      <vt:lpstr>API &amp; Event Examples (Unified)</vt:lpstr>
      <vt:lpstr>Routing (A*): Hazards &amp; Closures</vt:lpstr>
      <vt:lpstr>Modeling: Queueing for Gate Wait-Time</vt:lpstr>
      <vt:lpstr>Algorithms: Emergencies &amp; Evacuation </vt:lpstr>
      <vt:lpstr>Semester 1 Calendar &amp; Milestones</vt:lpstr>
      <vt:lpstr>Timeline (An academic year) &amp; Milestones — Full Year</vt:lpstr>
      <vt:lpstr>Getting Started: First 7–15 Days</vt:lpstr>
      <vt:lpstr>Resources &amp; Tools</vt:lpstr>
      <vt:lpstr>Security, Privacy &amp; Ethics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Abdelgader Mahmoud Abdalla Mahmoud</dc:creator>
  <cp:lastModifiedBy>Abdelgader Mahmoud Abdalla Mahmoud</cp:lastModifiedBy>
  <cp:revision>47</cp:revision>
  <dcterms:created xsi:type="dcterms:W3CDTF">2025-10-06T10:56:54Z</dcterms:created>
  <dcterms:modified xsi:type="dcterms:W3CDTF">2025-10-08T10:57:46Z</dcterms:modified>
</cp:coreProperties>
</file>